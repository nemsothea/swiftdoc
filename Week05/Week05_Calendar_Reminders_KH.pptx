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05 · SmartFarmer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287DFA"/>
                </a:solidFill>
              </a:rPr>
              <a:t>ប្រតិទិន &amp; ការរំលឹក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Calendar &amp; Reminders · Project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</a:rPr>
              <a:t>iOS 13+  ·  CoreData  ·  UNUserNotificationCenter  ·  DatePicker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9601200" cy="36576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DatePicker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Notifications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FarmActivity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Deep-link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Khmer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Scheduling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SmartFarmer Assistant · ភ្នំពេញ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📋  មាតិកា Week 05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Calendar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DatePicker + LazyVGrid + DayCellView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FarmActivity 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CoreData model + 6 attributes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ការអនុញ្ញាត Notification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UNUserNotificationCenter.requestAuthorization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600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ការកំណត់ 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UNTimeIntervalNotificationTrigger + UNCalendarTrigger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600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Deep Linking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NotificationCenter observer → open activity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Mini-Project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ប្រតិទិន + ការជូនដំណឹងពេញ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📅  Calendar UI · DatePicker + LazyVGrid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7DFA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DatePicker → ជ្រើសសាររបស់ user (ខែ/ថ្ងៃ)</a:t>
            </a:r>
          </a:p>
          <a:p>
            <a:r>
              <a:rPr sz="1400" b="1">
                <a:solidFill>
                  <a:srgbClr val="287DFA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LazyVGrid(columns: [GridItem(.flexible()) × 7]) → ក្រឡា ៧ ថ្ងៃ/ជួរ</a:t>
            </a:r>
          </a:p>
          <a:p>
            <a:r>
              <a:rPr sz="1400" b="1">
                <a:solidFill>
                  <a:srgbClr val="287DFA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DayCellView → dot indicator: ● activity  ● today  ● selected</a:t>
            </a:r>
          </a:p>
          <a:p>
            <a:r>
              <a:rPr sz="1400" b="1">
                <a:solidFill>
                  <a:srgbClr val="287DFA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selectedDate @State → drive @FetchRequest filter</a:t>
            </a:r>
          </a:p>
          <a:p>
            <a:r>
              <a:rPr sz="1400" b="1">
                <a:solidFill>
                  <a:srgbClr val="287DFA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NavigationView + NavigationLink → detail screen (iOS 13+)</a:t>
            </a:r>
          </a:p>
          <a:p>
            <a:r>
              <a:rPr sz="1400" b="1">
                <a:solidFill>
                  <a:srgbClr val="287DFA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Khmer weekday labels: អា ច អ ពុ ព្រ សុ 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0058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ឧទាហរណ៍ · Calendar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577840" cy="5257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600200"/>
            <a:ext cx="5248655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CalendarTabView: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selectedDate = Date()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@FetchRequest(... predicate for date)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activities: FetchedResults&lt;FarmActivity&gt;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VStack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MonthHeaderView(date: $selectedDate)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WeekdayHeaderView()  // អា ច អ ពុ ព្រ សុ ស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LazyVGrid(columns: columns)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ForEach(daysInMonth, id: \.self) { day in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DayCellView(date: day,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isSelected: day == selectedDate,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hasActivity: activities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.contains { sameDay($0.date, day) })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.onTapGesture { selectedDate = day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ActivityListView(date: selectedDate)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🗂️  FarmActivity Entity · CoreData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2144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2926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34440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097280"/>
            <a:ext cx="219456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234440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UUID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143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អត្តសញ្ញាណតែមួយ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83080"/>
            <a:ext cx="1152144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874520"/>
            <a:ext cx="2926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011680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title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874520"/>
            <a:ext cx="219456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2011680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9202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ចំណងជើងសកម្មភាព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60320"/>
            <a:ext cx="1152144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560320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651760"/>
            <a:ext cx="2926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788920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activityType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651760"/>
            <a:ext cx="219456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2788920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697479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ប្រភេទ: ដាំ, ស្រោច, ច្រូត...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37560"/>
            <a:ext cx="1152144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337560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429000"/>
            <a:ext cx="2926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566160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429000"/>
            <a:ext cx="219456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3566160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Date?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74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កាលបរិច្ឆេទ + ម៉ោង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114800"/>
            <a:ext cx="1152144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114800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206240"/>
            <a:ext cx="2926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343400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notes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4206240"/>
            <a:ext cx="219456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30752" y="4343400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2519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កំណត់ចំណាំ optional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892040"/>
            <a:ext cx="1152144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892040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983479"/>
            <a:ext cx="2926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120640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isCompleted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4983479"/>
            <a:ext cx="219456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0752" y="5120640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Bool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0292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ស្ថានភាព: ធ្វើរួច / មិនទាន់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669279"/>
            <a:ext cx="11521440" cy="6858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669279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760719"/>
            <a:ext cx="292608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5897879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reminderEnabled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5760719"/>
            <a:ext cx="219456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30752" y="5897879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Bool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8064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ត្រូវការ notification?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51052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⚙️  Codegen → Manual/None   |   reminderEnabled → triggers UNUserNotificationCenter scheduling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🔔  ការអនុញ្ញាត Notification · Permission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21440" cy="9875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98755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9728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 ចាប់ផ្ដើម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51790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AppDelegate / .task modifier → request permission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21408"/>
            <a:ext cx="11521440" cy="9875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21408"/>
            <a:ext cx="73152" cy="98755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50008"/>
            <a:ext cx="50292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50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2128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requestAuthorization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334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UNUserNotificationCenter.current().requestAuthorization(options: [.alert,.badge,.sound])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36976"/>
            <a:ext cx="11521440" cy="9875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36976"/>
            <a:ext cx="73152" cy="9875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65576"/>
            <a:ext cx="502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655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2841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iOS Dialog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49039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system shows permission dialog → user taps Allow/Don't Allow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52544"/>
            <a:ext cx="11521440" cy="9875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352544"/>
            <a:ext cx="73152" cy="9875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81144"/>
            <a:ext cx="50292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811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43983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ផ្ទៀងផ្ទាត់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6460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check granted Bool → save to UserDefaults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468112"/>
            <a:ext cx="11521440" cy="98755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468112"/>
            <a:ext cx="73152" cy="9875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696712"/>
            <a:ext cx="502920" cy="5029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96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55955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801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if granted → call scheduleNotification(for: activity)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537960"/>
            <a:ext cx="11521440" cy="731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6675120"/>
            <a:ext cx="111922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UNUserNotificationCenter.current().requestAuthorization(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options: [.alert, .badge, .sound]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) { granted, error in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DispatchQueue.main.async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self.notificationsEnabled = granted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⏰  ការកំណត់ Notification ·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scheduleNotification(for:) ·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68580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54480"/>
            <a:ext cx="6528816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func scheduleNotification(for activity: FarmActivity)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guard activity.reminderEnabled,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let date = activity.date,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let title = activity.title else { return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// Content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content = UNMutableNotificationContent()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content.title = "🌾 SmartFarmer"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content.body  = title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content.sound = .default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// Trigger — 1 day before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triggerDate = Calendar.current.date(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byAdding: .day, value: -1, to: date)!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components = Calendar.current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.dateComponents([.year,.month,.day,.hour,.minute],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from: triggerDate)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trigger = UNCalendarNotificationTrigger(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dateMatching: components, repeats: false)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// Request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id = activity.id?.uuidString ?? UUID().uuidString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request = UNNotificationRequest(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identifier: id, content: content, trigger: trigger)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UNUserNotificationCenter.current().add(request)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417320"/>
            <a:ext cx="466344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417320"/>
            <a:ext cx="73152" cy="11887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1" y="1508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UNMutableNotificationContent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192024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ដាក់ title, body, sound
strings — ខ្លីច្បាស់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2743200"/>
            <a:ext cx="466344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2743200"/>
            <a:ext cx="73152" cy="11887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834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UNCalendarNotificationTrigger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324612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Fire ត្រឹមត្រូវតាម date
(ត្រូវ dateComponents ពេញ)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4069080"/>
            <a:ext cx="466344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4069080"/>
            <a:ext cx="73152" cy="1188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41605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UNNotificationRequest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457200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identifier = activity UUID
→ អាច cancel បាន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5394959"/>
            <a:ext cx="466344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5394959"/>
            <a:ext cx="73152" cy="11887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548639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1 day before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5897879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ជូនដំណឹងមុន 1 ថ្ងៃ
ដើម្បីឲ្យ farmer រៀបចំ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🔗  Deep Linking · Tap Notification → Open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1521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UNUserNotificationCenterDelegate.userNotificationCenter(_:didReceive:) — called when user taps notification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Extract activityID from notification.request.identifier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Post NotificationCenter notification with the ID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CalendarTabView listens via .onReceive(NotificationCenter.default.publisher(for:))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Set selectedDate = activity.date → SelectedActivity = activity → sheet opens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iOS 13+ pattern: NotificationCenter.default.post(name:object:) + .onReceive()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5029200"/>
            <a:ext cx="11521440" cy="16916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5166360"/>
            <a:ext cx="11192256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// AppDelegate / SceneDelegate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func userNotificationCenter(_ center: UNUserNotificationCenter,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didReceive response: UNNotificationResponse,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withCompletionHandler completionHandler: @escaping () -&gt; Void)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id = response.notification.request.identifier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NotificationCenter.default.post(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name: .openActivity, object: id)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completionHandler()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CalendarTabView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.onReceive(NotificationCenter.default.publisher(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for: .openActivity)) { note in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if let id = note.object as? String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openActivity(id: id)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🔄  End-to-End Flow · User → Notification → Deep-link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19456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194560" cy="7315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User saves
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05840"/>
            <a:ext cx="219456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005840"/>
            <a:ext cx="2194560" cy="7315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188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CoreData
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005840"/>
            <a:ext cx="219456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005840"/>
            <a:ext cx="219456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188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Schedule
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005840"/>
            <a:ext cx="219456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005840"/>
            <a:ext cx="2194560" cy="7315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188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iOS delivers
at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1005840"/>
            <a:ext cx="2194560" cy="11887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12680" y="1005840"/>
            <a:ext cx="2194560" cy="73152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19" y="1188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User taps
notification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2194560"/>
            <a:ext cx="109728" cy="13716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194560"/>
            <a:ext cx="9784080" cy="731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9C8"/>
                </a:solidFill>
              </a:rPr>
              <a:t>↓ deep-link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2880360"/>
            <a:ext cx="11521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saveContext() → CoreData writes to SQLite → trigger schedule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UNUserNotificationCenter fires at exact dateComponents → iOS delivers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Tap → UNUserNotificationCenterDelegate → NotificationCenter.post</a:t>
            </a:r>
          </a:p>
          <a:p>
            <a:r>
              <a:rPr sz="1300" b="1">
                <a:solidFill>
                  <a:srgbClr val="287DFA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CalendarTabView .onReceive → opens correct FarmActivity detail sheet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📖  Code Walkthrough · scheduleNotification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3258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1" y="1097280"/>
            <a:ext cx="466344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3" y="1234440"/>
            <a:ext cx="43342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guard reminderEnabled, let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6642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ចៀសវាង schedule ដែលគ្មានការរំលឹក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5778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05840"/>
            <a:ext cx="73152" cy="13258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6872" y="1097280"/>
            <a:ext cx="466344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1234440"/>
            <a:ext cx="43342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UNMutableNotificationContent()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6642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បង្កើត notification payload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68880"/>
            <a:ext cx="55778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468880"/>
            <a:ext cx="73152" cy="13258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2560320"/>
            <a:ext cx="466344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97863" y="2697480"/>
            <a:ext cx="43342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content.title / body / sound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1272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ដាក់ข้อchunk ទូរស័ព្ទ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468880"/>
            <a:ext cx="55778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468880"/>
            <a:ext cx="73152" cy="132588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76872" y="2560320"/>
            <a:ext cx="466344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1464" y="2697480"/>
            <a:ext cx="43342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byAdding: .day value: 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31272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1 day before = farmer has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31920"/>
            <a:ext cx="55778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931920"/>
            <a:ext cx="73152" cy="132588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1" y="4023360"/>
            <a:ext cx="466344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97863" y="4160520"/>
            <a:ext cx="43342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dateComponents from triggerDate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45902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Calendar precision — year/month/day/hour/minute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931920"/>
            <a:ext cx="55778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931920"/>
            <a:ext cx="73152" cy="13258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297680"/>
            <a:ext cx="457200" cy="457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6872" y="4023360"/>
            <a:ext cx="466344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41464" y="4160520"/>
            <a:ext cx="43342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UNCalendarNotificationTrigger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6872" y="45902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Fire ត្រឹមមួយដង repeats: false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394960"/>
            <a:ext cx="5577840" cy="13258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394960"/>
            <a:ext cx="73152" cy="13258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760720"/>
            <a:ext cx="457200" cy="457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760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271" y="5486400"/>
            <a:ext cx="4663440" cy="5029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97863" y="5623560"/>
            <a:ext cx="43342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UNNotificationRequest + .add()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1" y="60533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register ជាមួយ iOS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⚠️  Common Mistakes · ❌ vs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5603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51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05840"/>
            <a:ext cx="4114800" cy="50292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005840"/>
            <a:ext cx="466344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051560"/>
            <a:ext cx="4526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Correct (iOS 13+)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Duplicate 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600200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NSPersistentContainer() in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00200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CoreDataManager.shared.context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12848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NavigationStack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212848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30428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NavigationStack {} (iOS 16+)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212848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30428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NavigationView {} (iOS 13+)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25496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91693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Missing requestAuthorization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825496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916936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Schedule without permission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825496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916936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Always request first, check granted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38144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52958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Wrong trigger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38144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529584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UNTimeIntervalTrigger for exact 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438144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529584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UNCalendarTrigger + dateComponents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50791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142231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Deep-link pattern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050791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142231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@Environment(\.dismiss) (iOS 15+)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050791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142231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NotificationCenter + .onReceive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663440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47548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Fetch without 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663440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754879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.environment missing on sheet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663440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754879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Always .environment(\.managedObjectContext, ctx)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🏠  Mini-Project · ប្រតិទិន + ការជូនដំណឹង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📋 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Calendar grid shows month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Tap day → see activities for that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Add/Edit/Delete FarmActivity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Toggle reminderEnabled per activity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Notification fires 1 day before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Tap notification → opens activity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005840"/>
            <a:ext cx="3749039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✅  Checklist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LazyVGrid calendar renders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DayCellView has activity dot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 activity sheet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@FetchRequest filters by 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requestAuthorization called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Deep-link opens correct activity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9" y="1005840"/>
            <a:ext cx="3749039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🎯  Grading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1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Calendar UI: 25%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1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CoreData CRUD: 25%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1351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Notification permission: 20%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1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Scheduling: 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1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Deep-linking: 10%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1351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Bonus: monthly view toggle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📅  Week 05 ចប់! — ប្រតិទិន + notification ready! · Next: Pest &amp; Disease Guide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7DFA"/>
                </a:solidFill>
              </a:rPr>
              <a:t>📌  សង្ខេប Week 05 ·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⚙️ 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UNUserNotificationCenter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requestAuthorization(options:)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FarmActivity CoreData 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LazyVGrid calendar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📅  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DatePicker selection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DayCellView + dot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@FetchRequest by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NavigationLink to detail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005840"/>
            <a:ext cx="27432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🔔  Notifications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UNMutableNotificationContent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UNCalendarNotificationTrigger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UNNotificationRequest + .add()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cancel: removePendingRequests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005840"/>
            <a:ext cx="274320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🔗  Deep-link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UNUserNotificationCenterDelegate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NotificationCenter.post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CalendarTabView .onReceive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open activity sheet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🔔  Notification = ការសន្យារបស់ app ទៅ farmer — Schedule it right!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