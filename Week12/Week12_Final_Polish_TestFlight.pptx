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SmartFarmer Assistant · iOS SwiftUI Course</a:t>
            </a:r>
            <a:endParaRPr sz="1300" b="0" i="0">
              <a:solidFill>
                <a:srgbClr val="AAAAB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C8"/>
                </a:solidFill>
              </a:rPr>
              <a:t>Week 12</a:t>
            </a:r>
            <a:endParaRPr sz="5200" b="1" i="0">
              <a:solidFill>
                <a:srgbClr val="00C9C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Final Polish &amp; TestFlight Distribution</a:t>
            </a:r>
            <a:endParaRPr sz="32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2606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AABB"/>
                </a:solidFill>
              </a:rPr>
              <a:t>Preparing for real farmer testing —
App icon, launch screen, TestFlight setup &amp; user guide</a:t>
            </a:r>
            <a:endParaRPr sz="2000" b="0" i="0">
              <a:solidFill>
                <a:srgbClr val="AAAABB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3931920"/>
            <a:ext cx="2011680" cy="457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977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🎨  App Polish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60320" y="3931920"/>
            <a:ext cx="2011680" cy="457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3977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TestFlight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46320" y="3931920"/>
            <a:ext cx="2011680" cy="457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3977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📖  User Guide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0" y="3931920"/>
            <a:ext cx="2011680" cy="457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3977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📣  Feedback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418320" y="3931920"/>
            <a:ext cx="20116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977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🏆  Final Demo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2952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AAABB"/>
                </a:solidFill>
              </a:rPr>
              <a:t>Week 12 of 12</a:t>
            </a:r>
            <a:endParaRPr sz="12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C8"/>
                </a:solidFill>
              </a:rPr>
              <a:t>🎯  Learning Objectives</a:t>
            </a:r>
            <a:endParaRPr sz="2800" b="1" i="0">
              <a:solidFill>
                <a:srgbClr val="00C9C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Design and export a farm-themed app icon set (all required sizes) using SF Symbols / Figma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Configure a LaunchScreen.storyboard with a branded splash screen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Set the correct bundle ID, display name, and version/build numbers for App Store Connect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Archive and upload a build to App Store Connect using Xcode Organizer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Create a TestFlight beta group and invite real farmers as testers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Build an in-app user guide screen that explains each feature to first-time users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Design a structured feedback plan to collect actionable data from farmer testers</a:t>
            </a:r>
            <a:endParaRPr sz="17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Write a final README documenting architecture, features, and how to run the project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🎨  App Icon &amp; Launch Screen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C8"/>
                </a:solidFill>
              </a:rPr>
              <a:t>Required Icon Sizes</a:t>
            </a:r>
            <a:endParaRPr sz="1500" b="1" i="0">
              <a:solidFill>
                <a:srgbClr val="00C9C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iPhone Notification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20 pt  → 40×40 / 60×60 px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iPhone Settings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29 pt  → 58×58 / 87×87 px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iPhone Spotlight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40 pt  → 80×80 / 120×120 px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iPhone App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60 pt  → 120×120 / 180×180 px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App Store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1024 pt → 1024×1024 px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41690" y="957580"/>
            <a:ext cx="325056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20"/>
                </a:solidFill>
              </a:rPr>
              <a:t>LaunchScreen.storyboard</a:t>
            </a:r>
            <a:endParaRPr sz="1500" b="1" i="0">
              <a:solidFill>
                <a:srgbClr val="F396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0" y="1417320"/>
            <a:ext cx="32004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83295" y="1323340"/>
            <a:ext cx="3108960" cy="4937760"/>
          </a:xfrm>
          <a:prstGeom prst="rect">
            <a:avLst/>
          </a:prstGeom>
          <a:solidFill>
            <a:srgbClr val="12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6295" y="24206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🌾</a:t>
            </a:r>
            <a:endParaRPr sz="3600" b="0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4735" y="36093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SmartFarmer</a:t>
            </a:r>
            <a:endParaRPr sz="16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74735" y="41122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ជំនួយស្មាតសម្រាប់
កសិករ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25470" y="1417320"/>
            <a:ext cx="4479290" cy="2695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Use a UIImageView for your logo centred on screen</a:t>
            </a:r>
            <a:endParaRPr sz="13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Set background colour to match your app theme</a:t>
            </a:r>
            <a:endParaRPr sz="13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Add CFBundleDisplayName in Info.plist for Khmer name</a:t>
            </a:r>
            <a:endParaRPr sz="130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No animations — LaunchScreen must be static</a:t>
            </a:r>
            <a:endParaRPr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⚙️  App Identity — Bundle ID, Name &amp; Version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1051560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1051560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Display Name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3240" y="12161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SmartFarmer Assistant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12280" y="121615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Shown under app icon on home screen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847088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847088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Bundle ID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632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com.yourname.smartfarmer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122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Unique — must match App Store Connect exactly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642615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642615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072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Version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3240" y="2807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1.0.0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12280" y="2807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Marketing version shown to users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3438144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3438144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3438144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6027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Build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63240" y="36027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12280" y="3602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Internal build number — increment every upload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4233672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0" y="4233672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4233672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3982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Min Deployment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63240" y="43982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iOS 13.0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12280" y="4398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Covers 99 %+ of active iPhones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74320" y="5029200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0" y="5029200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5029200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193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Device Family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63240" y="51937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iPhone only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12280" y="5193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Set iPad if you want universal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4320" y="5824727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26080" y="5824727"/>
            <a:ext cx="36576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5824727"/>
            <a:ext cx="5212080" cy="65836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9893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Orientations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63240" y="59893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Portrait only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12280" y="5989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Lock for farmer use — avoid accidental rotation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1480" y="804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BB"/>
                </a:solidFill>
              </a:rPr>
              <a:t>Setting</a:t>
            </a:r>
            <a:endParaRPr sz="1200" b="1" i="0">
              <a:solidFill>
                <a:srgbClr val="AAAABB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63240" y="8046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BB"/>
                </a:solidFill>
              </a:rPr>
              <a:t>Value</a:t>
            </a:r>
            <a:endParaRPr sz="1200" b="1" i="0">
              <a:solidFill>
                <a:srgbClr val="AAAABB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12280" y="804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BB"/>
                </a:solidFill>
              </a:rPr>
              <a:t>Tip</a:t>
            </a:r>
            <a:endParaRPr sz="1200" b="1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🚀  TestFlight Setup — Step by Step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914400" cy="86868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98448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0160" y="1051560"/>
            <a:ext cx="106070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0972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C8"/>
                </a:solidFill>
              </a:rPr>
              <a:t>Create App Record in App Store Connect</a:t>
            </a:r>
            <a:endParaRPr sz="1400" b="1" i="0">
              <a:solidFill>
                <a:srgbClr val="00C9C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14904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appstoreconnect.apple.com → My Apps → + → New App
Fill: Platform (iOS), Name, Bundle ID, Primary Language, SKU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2167128"/>
            <a:ext cx="914400" cy="8686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2414016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80160" y="2167128"/>
            <a:ext cx="106070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21284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7DFA"/>
                </a:solidFill>
              </a:rPr>
              <a:t>Archive in Xcode</a:t>
            </a:r>
            <a:endParaRPr sz="1400" b="1" i="0">
              <a:solidFill>
                <a:srgbClr val="287DF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26060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Select 'Any iOS Device (arm64)' as destination
Product → Archive → Xcode Organizer opens automatically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3282696"/>
            <a:ext cx="914400" cy="8686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529584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80160" y="3282696"/>
            <a:ext cx="106070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328415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Upload to App Store Connect</a:t>
            </a:r>
            <a:endParaRPr sz="1400" b="1" i="0">
              <a:solidFill>
                <a:srgbClr val="1BB88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372160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In Organizer: Distribute App → App Store Connect → Upload
Enable 'Upload your app's symbols' for crash reports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4398264"/>
            <a:ext cx="914400" cy="8686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4645152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80160" y="4398264"/>
            <a:ext cx="106070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44398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20"/>
                </a:solidFill>
              </a:rPr>
              <a:t>Add Beta Testers</a:t>
            </a:r>
            <a:endParaRPr sz="1400" b="1" i="0">
              <a:solidFill>
                <a:srgbClr val="F3962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48371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App Store Connect → TestFlight → Internal/External Group
Invite by email — farmers receive install link via email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5513831"/>
            <a:ext cx="914400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5760719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80160" y="5513831"/>
            <a:ext cx="106070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59551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</a:rPr>
              <a:t>Monitor &amp; Collect Feedback</a:t>
            </a:r>
            <a:endParaRPr sz="1400" b="1" i="0">
              <a:solidFill>
                <a:srgbClr val="8E44AD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952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TestFlight app shows crash logs, tester feedback screenshots
Testers long-press anywhere → Send Feedback with screenshot</a:t>
            </a:r>
            <a:endParaRPr sz="12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📖  In-App User Guide Screen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13232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68580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struct UserGuideView: View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let sections: [GuideSection] = [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.init(icon: "dollarsign.circle.fill",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color: .green,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title: "ការគ្រប់គ្រងហិរញ្ញវត្ថុ",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tips: ["ចុច + ដើម្បីបន្ថែមប្រតិបត្តិការ",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"ជ្រើសប្រភេទ: ចំណូល ឬ ចំណាយ",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"ប្រើតម្រងដើម្បីមើលតាមប្រភេទ"]),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.init(icon: "calendar.badge.plus",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color: .blue,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title: "ប្រតិទិន &amp; ការជូនដំណឹង",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tips: ["កំណត់ការរំលឹកចម្ការ",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"ការជូនដំណឹងមកមុន ១ ថ្ងៃ"]),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// ... PestGuide, Journal sections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]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var body: some View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NavigationView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List(sections) { section in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GuideSectionRow(section: section)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.navigationTitle("ការណែនាំប្រើប្រាស់")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0" y="1005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B889"/>
                </a:solidFill>
              </a:rPr>
              <a:t>UX Best Practices</a:t>
            </a:r>
            <a:endParaRPr sz="1600" b="1" i="0">
              <a:solidFill>
                <a:srgbClr val="1BB8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89520" y="1508760"/>
            <a:ext cx="42976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Keep it short</a:t>
            </a:r>
            <a:endParaRPr sz="1300" b="1" i="0">
              <a:solidFill>
                <a:srgbClr val="1BB88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26679" y="1911095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3-4 bullet tips per feature
— farmers won't read long text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0" y="2532888"/>
            <a:ext cx="42976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Use SF Symbols</a:t>
            </a:r>
            <a:endParaRPr sz="1300" b="1" i="0">
              <a:solidFill>
                <a:srgbClr val="1BB88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293522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Match icons used in the app
so farmers recognise screens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89520" y="3557016"/>
            <a:ext cx="42976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02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Khmer first</a:t>
            </a:r>
            <a:endParaRPr sz="1300" b="1" i="0">
              <a:solidFill>
                <a:srgbClr val="1BB88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26679" y="39593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Write guide entirely in Khmer;
add English in parentheses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89520" y="4581144"/>
            <a:ext cx="42976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6268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Screenshot cards</a:t>
            </a:r>
            <a:endParaRPr sz="1300" b="1" i="0">
              <a:solidFill>
                <a:srgbClr val="1BB88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26679" y="498348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Add a real app screenshot
for each feature section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89520" y="5605272"/>
            <a:ext cx="42976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5650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Accessible via ⚙️</a:t>
            </a:r>
            <a:endParaRPr sz="1300" b="1" i="0">
              <a:solidFill>
                <a:srgbClr val="1BB88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26679" y="60076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Add Guide to Settings tab
so it's always findable</a:t>
            </a:r>
            <a:endParaRPr sz="12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📣  Farmer Feedback Collection Plan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20"/>
                </a:solidFill>
              </a:rPr>
              <a:t>Key Questions to Ask Farmers</a:t>
            </a:r>
            <a:endParaRPr sz="1500" b="1" i="0">
              <a:solidFill>
                <a:srgbClr val="F3962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4864" cy="8686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💰 Finance</a:t>
            </a:r>
            <a:endParaRPr sz="1300" b="1" i="0">
              <a:solidFill>
                <a:srgbClr val="F3962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Did you record all income &amp; expenses this week?
Were any categories missing?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251460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514600"/>
            <a:ext cx="54864" cy="8686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📅 Calendar</a:t>
            </a:r>
            <a:endParaRPr sz="1300" b="1" i="0">
              <a:solidFill>
                <a:srgbClr val="F3962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Did you receive reminders before farm tasks?
Were times correct?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520440"/>
            <a:ext cx="54864" cy="8686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🌿 Pest Guide</a:t>
            </a:r>
            <a:endParaRPr sz="1300" b="1" i="0">
              <a:solidFill>
                <a:srgbClr val="F3962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Did you find your crop's pest in the guide?
Was the treatment clear enough?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526280"/>
            <a:ext cx="54864" cy="8686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📓 Journal</a:t>
            </a:r>
            <a:endParaRPr sz="1300" b="1" i="0">
              <a:solidFill>
                <a:srgbClr val="F3962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Did you add daily notes &amp; photos?
Was the weather picker useful?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553212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532120"/>
            <a:ext cx="54864" cy="8686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🏠 Dashboard</a:t>
            </a:r>
            <a:endParaRPr sz="1300" b="1" i="0">
              <a:solidFill>
                <a:srgbClr val="F3962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Could you see today's summary at a glance?
Was anything confusing?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C8"/>
                </a:solidFill>
              </a:rPr>
              <a:t>Collection Methods</a:t>
            </a:r>
            <a:endParaRPr sz="1500" b="1" i="0">
              <a:solidFill>
                <a:srgbClr val="00C9C8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26480" y="1508760"/>
            <a:ext cx="56692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508760"/>
            <a:ext cx="54864" cy="10515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581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TestFlight built-in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6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Farmers long-press → screenshot + comment
→ sent directly to App Store Connect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2743200"/>
            <a:ext cx="56692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743200"/>
            <a:ext cx="54864" cy="10515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8163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In-App Feedback Form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09360" y="3200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Simple form: 1-5 star rating per module
+ open text field for suggestions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6480" y="3977639"/>
            <a:ext cx="56692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977639"/>
            <a:ext cx="54864" cy="10515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0507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WhatsApp / Telegram Group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9360" y="4434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Create a group for beta testers — farmers
share voice messages (easier than typing)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26480" y="5212080"/>
            <a:ext cx="56692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5212080"/>
            <a:ext cx="54864" cy="10515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285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Observation Session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09360" y="56692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Watch 3-5 farmers use the app for 30 min
without helping — note confusion points</a:t>
            </a:r>
            <a:endParaRPr sz="12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⚙️  In-App Feedback Form — Live Coding Example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13232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68580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struct FeedbackView: View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@State private var rating: Int = 0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@State private var comment: String = ""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@State private var submitted = false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endParaRPr sz="1100"/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var body: some View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Form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Section("វាយតម្លៃកម្មវិធី")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HStack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ForEach(1...5, id: \.self) { star in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   Image(systemName: star &lt;= rating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       ? "star.fill" : "star")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       .foregroundColor(.yellow)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       .font(.title2)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        .onTapGesture { rating = star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Section("យោបល់") {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TextEditor(text: $comment)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    .frame(minHeight: 100)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Button("ផ្ញើ") { submitted = true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        .disabled(rating == 0)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    .navigationTitle("ផ្ញើមតិ")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    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  <a:p>
            <a:r>
              <a:rPr sz="1100">
                <a:solidFill>
                  <a:srgbClr val="A8D8FF"/>
                </a:solidFill>
                <a:latin typeface="Courier New" panose="02070609020205090404"/>
              </a:rPr>
              <a:t>}</a:t>
            </a:r>
            <a:endParaRPr sz="1100">
              <a:solidFill>
                <a:srgbClr val="A8D8FF"/>
              </a:solidFill>
              <a:latin typeface="Courier New" panose="0207060902020509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AABB"/>
                </a:solidFill>
              </a:rPr>
              <a:t>Preview</a:t>
            </a:r>
            <a:endParaRPr sz="1600" b="1" i="0">
              <a:solidFill>
                <a:srgbClr val="AAAABB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89520" y="1463040"/>
            <a:ext cx="4297680" cy="4937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00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វាយតម្លៃកម្មវិធី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2057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700"/>
                </a:solidFill>
              </a:rPr>
              <a:t>★ ★ ★ ★ ☆</a:t>
            </a:r>
            <a:endParaRPr sz="2200" b="0" i="0">
              <a:solidFill>
                <a:srgbClr val="FFD7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យោបល់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80960" y="3063240"/>
            <a:ext cx="41148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1089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ផ្នែកប្រតិទិនល្អណាស់!
ចង់បានប្រភេទពាណិជ្ជកម្ម
បន្ថែម...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6720" y="4343400"/>
            <a:ext cx="2834640" cy="5029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416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ផ្ញើ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0" y="50292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39620"/>
                </a:solidFill>
              </a:rPr>
              <a:t>⭐ Ask farmers to rate EACH module
    separately for granular feedback.</a:t>
            </a:r>
            <a:endParaRPr sz="1200" b="0" i="1">
              <a:solidFill>
                <a:srgbClr val="F3962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🔧  Live Coding — Archive &amp; Upload to TestFlight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C8"/>
                </a:solidFill>
              </a:rPr>
              <a:t>Pre-Archive Checklist</a:t>
            </a:r>
            <a:endParaRPr sz="1500" b="1" i="0">
              <a:solidFill>
                <a:srgbClr val="00C9C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84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Scheme set to Release (not Debug)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2212848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225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Version: 1.0.0 · Build: 1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916936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266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0266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Signing: Automatic, your Team selected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3621024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307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 DEBUG code removed (print statements)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4325112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434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App icon set — no missing sizes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138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LaunchScreen configured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5733288"/>
            <a:ext cx="54864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8430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B889"/>
                </a:solidFill>
              </a:rPr>
              <a:t>✅</a:t>
            </a:r>
            <a:endParaRPr sz="1400" b="0" i="0">
              <a:solidFill>
                <a:srgbClr val="1BB88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58430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Destination: Any iOS Device (arm64)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0" y="1005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20"/>
                </a:solidFill>
              </a:rPr>
              <a:t>Upload Steps</a:t>
            </a:r>
            <a:endParaRPr sz="1500" b="1" i="0">
              <a:solidFill>
                <a:srgbClr val="F3962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26480" y="15087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16002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675120" y="15087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1618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Product → Archive  (wait 2-5 min for build)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126480" y="21945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2860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75120" y="21945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304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Organizer window opens automatically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26480" y="28803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9718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75120" y="28803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2990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Select archive → Distribute App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26480" y="35661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3657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675120" y="35661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367588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Choose: App Store Connect → Next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0" y="42519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43434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75120" y="42519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4361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Upload (not Export) → keep all checkboxes on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26480" y="49377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50292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675120" y="49377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5047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Wait for processing email (5-30 min)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126480" y="56235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4768" y="57150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675120" y="56235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5733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App Store Connect → TestFlight → Select build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126480" y="6309360"/>
            <a:ext cx="457200" cy="5303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44768" y="64008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675120" y="6309360"/>
            <a:ext cx="5212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6419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 Internal Testers → Send Invitations</a:t>
            </a:r>
            <a:endParaRPr sz="12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🐛  Common Mistakes &amp; How to Fix Them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4864" cy="80467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❌ Wrong destination selected</a:t>
            </a:r>
            <a:endParaRPr sz="1300" b="1" i="0">
              <a:solidFill>
                <a:srgbClr val="E54747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80743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→ Archive greys out or produces simulator build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0" y="1051560"/>
            <a:ext cx="54864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21615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Always select 'Any iOS Device (arm64)' before archiving</a:t>
            </a:r>
            <a:endParaRPr sz="1100" b="0" i="0">
              <a:solidFill>
                <a:srgbClr val="1BB88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2020824"/>
            <a:ext cx="54864" cy="80467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2082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❌ Bundle ID mismatch</a:t>
            </a:r>
            <a:endParaRPr sz="1300" b="1" i="0">
              <a:solidFill>
                <a:srgbClr val="E54747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→ Upload fails: 'No app found with bundle ID'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600" y="2020824"/>
            <a:ext cx="54864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1854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Bundle ID in Xcode must exactly match App Store Connect record</a:t>
            </a:r>
            <a:endParaRPr sz="1100" b="0" i="0">
              <a:solidFill>
                <a:srgbClr val="1BB88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990088"/>
            <a:ext cx="54864" cy="80467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9008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❌ Missing icon sizes</a:t>
            </a:r>
            <a:endParaRPr sz="1300" b="1" i="0">
              <a:solidFill>
                <a:srgbClr val="E5474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331927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→ Upload fails: 'Invalid App Store Icon'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0" y="2990088"/>
            <a:ext cx="54864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Use an icon generator — fill ALL required slots in Assets.xcassets</a:t>
            </a:r>
            <a:endParaRPr sz="1100" b="0" i="0">
              <a:solidFill>
                <a:srgbClr val="1BB889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3959352"/>
            <a:ext cx="54864" cy="80467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5935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❌ Build number not incremented</a:t>
            </a:r>
            <a:endParaRPr sz="1300" b="1" i="0">
              <a:solidFill>
                <a:srgbClr val="E54747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288536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→ Upload fails: 'Build already exists'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0" y="3959352"/>
            <a:ext cx="54864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12394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Increment CURRENT_PROJECT_VERSION before every archive</a:t>
            </a:r>
            <a:endParaRPr sz="1100" b="0" i="0">
              <a:solidFill>
                <a:srgbClr val="1BB889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4928616"/>
            <a:ext cx="54864" cy="80467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2861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❌ LaunchScreen uses code/animations</a:t>
            </a:r>
            <a:endParaRPr sz="1300" b="1" i="0">
              <a:solidFill>
                <a:srgbClr val="E54747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→ App rejected or slow launch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0" y="4928616"/>
            <a:ext cx="54864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0932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LaunchScreen.storyboard must be static — no Swift code, no animation</a:t>
            </a:r>
            <a:endParaRPr sz="1100" b="0" i="0">
              <a:solidFill>
                <a:srgbClr val="1BB889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5897880"/>
            <a:ext cx="54864" cy="80467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89788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❌ Testers can't find TestFlight invite</a:t>
            </a:r>
            <a:endParaRPr sz="1300" b="1" i="0">
              <a:solidFill>
                <a:srgbClr val="E54747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622706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→ Farmers say they received no email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0" y="5897880"/>
            <a:ext cx="54864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60624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Check spam folder; use Internal Testing for first beta (no review wait)</a:t>
            </a:r>
            <a:endParaRPr sz="1100" b="0" i="0">
              <a:solidFill>
                <a:srgbClr val="1BB8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🏆  Final Project Checklist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C8"/>
                </a:solidFill>
              </a:rPr>
              <a:t>Polish &amp; Submission</a:t>
            </a:r>
            <a:endParaRPr sz="1500" b="1" i="0">
              <a:solidFill>
                <a:srgbClr val="00C9C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App icon (all sizes)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2167128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LaunchScreen with farm theme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2825496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Bundle ID &amp; version configured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3483864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93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Release scheme build succeeds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4142231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519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App uploaded to TestFlight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4800600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10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3+ real farmers invited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5458968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5686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In-app User Guide screen done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6117336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270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Feedback form implemented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1005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20"/>
                </a:solidFill>
              </a:rPr>
              <a:t>Final Presentation &amp; Docs</a:t>
            </a:r>
            <a:endParaRPr sz="1500" b="1" i="0">
              <a:solidFill>
                <a:srgbClr val="F3962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6480" y="1508760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README.md with architecture overview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6480" y="2167128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2768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Feature list with screenshots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26480" y="2825496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352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How to run / build instructions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26480" y="3483864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5935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CoreData schema diagram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4142231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5195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Known limitations section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26480" y="4800600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910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Live demo prepared (10 min)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6480" y="5458968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5686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Farmer feedback summary written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26480" y="6117336"/>
            <a:ext cx="5760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622706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☐ Next steps / roadmap documented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9C8"/>
                </a:solidFill>
              </a:rPr>
              <a:t>🎯 Goal: Farmers can install and use the app independently without any help from the developer.</a:t>
            </a:r>
            <a:endParaRPr sz="1400" b="0" i="1">
              <a:solidFill>
                <a:srgbClr val="00C9C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C8"/>
                </a:solidFill>
              </a:rPr>
              <a:t>🎓  Course Complete — What You Built</a:t>
            </a:r>
            <a:endParaRPr sz="2800" b="1" i="0">
              <a:solidFill>
                <a:srgbClr val="00C9C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4864" cy="8412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💰  Finance Tracker</a:t>
            </a:r>
            <a:endParaRPr sz="1400" b="1" i="0">
              <a:solidFill>
                <a:srgbClr val="1BB88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912" y="16184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Income/expense, profit reports, categories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114300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143000"/>
            <a:ext cx="54864" cy="8412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7DFA"/>
                </a:solidFill>
              </a:rPr>
              <a:t>📅  Calendar &amp; Reminders</a:t>
            </a:r>
            <a:endParaRPr sz="1400" b="1" i="0">
              <a:solidFill>
                <a:srgbClr val="287DF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6752" y="16184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Activity scheduling, local notifications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14884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48840"/>
            <a:ext cx="54864" cy="84124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212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747"/>
                </a:solidFill>
              </a:rPr>
              <a:t>🌿  Pest &amp; Disease Guide</a:t>
            </a:r>
            <a:endParaRPr sz="1400" b="1" i="0">
              <a:solidFill>
                <a:srgbClr val="E5474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" y="2624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Offline reference library with search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52160" y="214884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2148840"/>
            <a:ext cx="54864" cy="8412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212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</a:rPr>
              <a:t>📓  Daily Journal</a:t>
            </a:r>
            <a:endParaRPr sz="1400" b="1" i="0">
              <a:solidFill>
                <a:srgbClr val="8E44AD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16752" y="2624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Notes with photos and weather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315468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54680"/>
            <a:ext cx="54864" cy="841248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218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C8"/>
                </a:solidFill>
              </a:rPr>
              <a:t>🏠  Dashboard</a:t>
            </a:r>
            <a:endParaRPr sz="1400" b="1" i="0">
              <a:solidFill>
                <a:srgbClr val="00C9C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" y="3630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Unified view of all farm data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52160" y="315468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3154680"/>
            <a:ext cx="54864" cy="841248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3218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20"/>
                </a:solidFill>
              </a:rPr>
              <a:t>📊  Reports &amp; Charts</a:t>
            </a:r>
            <a:endParaRPr sz="1400" b="1" i="0">
              <a:solidFill>
                <a:srgbClr val="F3962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16752" y="3630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Visual profit/loss analysis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416052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54864" cy="8412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224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🚀  TestFlight</a:t>
            </a:r>
            <a:endParaRPr sz="1400" b="1" i="0">
              <a:solidFill>
                <a:srgbClr val="1BB889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8912" y="46360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Real-world testing with farmers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200400" y="4160520"/>
            <a:ext cx="539496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4160520"/>
            <a:ext cx="54864" cy="8412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4992" y="4224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🚀  TestFlight</a:t>
            </a:r>
            <a:endParaRPr sz="1400" b="1" i="0">
              <a:solidFill>
                <a:srgbClr val="1BB889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64992" y="46360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Real-world testing with farmers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74320" y="5943600"/>
            <a:ext cx="11612880" cy="54864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0807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🌾  You have built a complete, production-ready agricultural app for Cambodian farmers. Ship it. Collect feedback. Iterate.</a:t>
            </a:r>
            <a:endParaRPr sz="1600" b="1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8479</Words>
  <Application>WPS Docs</Application>
  <PresentationFormat>On-screen Show (4:3)</PresentationFormat>
  <Paragraphs>466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Courier New</vt:lpstr>
      <vt:lpstr>Calibri</vt:lpstr>
      <vt:lpstr>Helvetica Neue</vt:lpstr>
      <vt:lpstr>Apple Color Emoji</vt:lpstr>
      <vt:lpstr>Microsoft YaHei</vt:lpstr>
      <vt:lpstr>汉仪旗黑</vt:lpstr>
      <vt:lpstr>Arial Unicode MS</vt:lpstr>
      <vt:lpstr>AKbalthom Freehand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nem path</cp:lastModifiedBy>
  <cp:revision>2</cp:revision>
  <dcterms:created xsi:type="dcterms:W3CDTF">2026-05-05T09:13:17Z</dcterms:created>
  <dcterms:modified xsi:type="dcterms:W3CDTF">2026-05-05T09:13:17Z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AF746D6CC0DCB789ADB4F9690CD8B6CD_42</vt:lpwstr>
  </property>
  <property fmtid="{D5CDD505-2E9C-101B-9397-08002B2CF9AE}" pid="3" name="KSOProductBuildVer">
    <vt:lpwstr>1033-12.1.25867.25867</vt:lpwstr>
  </property>
</Properties>
</file>