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02 · SmartFarmer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87DFA"/>
                </a:solidFill>
              </a:rPr>
              <a:t>CoreData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Persistence &amp;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iOS 13+  ·  NSPersistentContainer  ·  @FetchRequest  ·  CRUD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9601200" cy="36576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CoreData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@FetchRequest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Create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Update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🗑️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Delete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Persist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SmartFarmer Assistant · ភ្នំពេញ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📋  មាតិកា Week 02 ·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5544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325880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2070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CoreData vs SwiftData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75564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ស្គាល់ភាពខុសគ្នា — iOS 13+ vs iOS 17+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5544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325880"/>
            <a:ext cx="548640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070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NSPersistentContainer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5564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CoreDataManager singleton pattern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73152" cy="1554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" y="3154680"/>
            <a:ext cx="54864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30358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Entity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58444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4 entities in .xcdatamodeld editor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8346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834640"/>
            <a:ext cx="73152" cy="15544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1" y="3154680"/>
            <a:ext cx="548640" cy="5486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358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@FetchRequest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58444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Auto UI refresh on data change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73152" cy="155448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" y="4983479"/>
            <a:ext cx="548640" cy="5486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49834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486460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CRUD 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541324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Create · Read · Update · Delete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634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663440"/>
            <a:ext cx="73152" cy="15544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28231" y="4983479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49834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86460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Finance Tab Complete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41324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FinanceTabView + SummaryCard + filter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⚖️  CoreData vs SwiftData · ភាពខុសគ្នា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9260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07899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005840"/>
            <a:ext cx="4023360" cy="566928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1078992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SwiftData (iOS 17+)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005840"/>
            <a:ext cx="4206240" cy="56692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7" y="1078992"/>
            <a:ext cx="40233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CoreData (iOS 13+) 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18488"/>
            <a:ext cx="292608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9164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Model declaration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618488"/>
            <a:ext cx="402336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691640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@Model class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618488"/>
            <a:ext cx="42062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7" y="1691640"/>
            <a:ext cx="40233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NSManagedObject subclass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31136"/>
            <a:ext cx="29260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30428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Query in 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231136"/>
            <a:ext cx="402336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2304288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@Query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2231136"/>
            <a:ext cx="42062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7" y="2304288"/>
            <a:ext cx="40233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@FetchRequest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43784"/>
            <a:ext cx="292608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91693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Container setup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843784"/>
            <a:ext cx="402336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2916936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.modelContainer()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2843784"/>
            <a:ext cx="42062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7" y="2916936"/>
            <a:ext cx="40233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NSPersistentContainer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56432"/>
            <a:ext cx="29260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3529584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ViewModel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456432"/>
            <a:ext cx="402336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3529584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@Observable class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3456432"/>
            <a:ext cx="42062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53527" y="3529584"/>
            <a:ext cx="40233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class: ObservableObject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69080"/>
            <a:ext cx="292608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414223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Pass to views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4069080"/>
            <a:ext cx="402336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4142232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.environment(vm)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4069080"/>
            <a:ext cx="42062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53527" y="4142232"/>
            <a:ext cx="40233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.environmentObject(vm)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681728"/>
            <a:ext cx="29260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" y="475488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Read in views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4681728"/>
            <a:ext cx="402336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3008" y="4754880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@Environment(VM.self)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3800" y="4681728"/>
            <a:ext cx="42062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3527" y="4754880"/>
            <a:ext cx="40233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@EnvironmentObject var vm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94376"/>
            <a:ext cx="292608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" y="536752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Navigation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5294376"/>
            <a:ext cx="402336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93008" y="5367528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NavigationStack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43800" y="5294376"/>
            <a:ext cx="42062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53527" y="5367528"/>
            <a:ext cx="40233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NavigationView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907024"/>
            <a:ext cx="29260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" y="598017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Min iOS target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80" y="5907024"/>
            <a:ext cx="402336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93008" y="5980176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iOS 17+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43800" y="5907024"/>
            <a:ext cx="42062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53527" y="5980176"/>
            <a:ext cx="40233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iOS 13+  (ប្រើក្នុង course នេះ)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1052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✅  ក្នុង course នេះ — ប្រើ CoreData ព្រោះ target iOS 13+  | SwiftData ត្រូវការ iOS 17+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🗄️  NSPersistentContainer &amp; CoreDataManager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9436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56144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Utilities/CoreDataManager.swift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import CoreData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class CoreDataManager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✅ Singleton — ONE container for entire app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let shared = CoreDataManager()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lazy var persistentContainer: NSPersistentContainer =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// ⚠️ Name must EXACTLY match .xcdatamodeld filename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let c = NSPersistentContainer(name: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"SmartFarmerAssistantFinish")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c.loadPersistentStores { _, error in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if let error = error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fatalError("CoreData failed: \(error)")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return c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var context: NSManagedObjectContext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persistentContainer.viewContext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func saveContext()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if context.hasChanges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try? context.save()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App Entry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463040"/>
            <a:ext cx="5486400" cy="36576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600200"/>
            <a:ext cx="5157216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App/SmartFarmerAssistantFinishApp.swift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@main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struct SmartFarmerAssistantFinishApp: App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✅ Reuse shared container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context = CoreDataManager.shared.context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var body: some Scene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WindowGroup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MainTabView()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.environment(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\.managedObjectContext,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context)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5349240"/>
            <a:ext cx="5486400" cy="13716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5349240"/>
            <a:ext cx="73152" cy="137160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5394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747"/>
                </a:solidFill>
              </a:rPr>
              <a:t>⚠️  Common Mistake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58064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ប្រើ NSPersistentContainer ២ ដង (ក្នុង App + CoreDataManager)
→ Crash: "Multiple NSEntityDescriptions claim the subclass"
Fix: ប្រើ CoreDataManager.shared.context ជានិច្ច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🗂️  Entity Design · .xcdatamodeld Editor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26517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577840" cy="457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Transaction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691640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amount: Double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83664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20824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date: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50008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note: String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42032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679192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type: String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71216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008376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category: String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337560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id: UUID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05840"/>
            <a:ext cx="5577840" cy="26517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5577840" cy="457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FarmActivity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554480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1691640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title: String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883664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020824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activityType: String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12848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2350008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date: 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542032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2679192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notes: String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71216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3008376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isCompleted: Boolean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200400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3337560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reminderEnabled: Boolean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529584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3666744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id: UUID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886200"/>
            <a:ext cx="5577840" cy="26517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886200"/>
            <a:ext cx="557784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950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Pest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434840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4572000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name: String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764024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4901184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pestType: String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93207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5230368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symptoms: String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422392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5559552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treatment: String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51575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5888736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prevention: String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080759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6217920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imageName: String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409944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" y="6547104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isFavorite: Boolean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6739127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" y="6876288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id: UUID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3886200"/>
            <a:ext cx="5577840" cy="26517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63640" y="3886200"/>
            <a:ext cx="5577840" cy="457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3950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JournalEntry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434840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65392" y="4572000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date: Date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4764024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65392" y="4901184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content: String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5093207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65392" y="5230368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weather: String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5422392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65392" y="5559552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photoData: Binary Data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5751575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65392" y="5888736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location: String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6080759"/>
            <a:ext cx="5212080" cy="274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65392" y="6217920"/>
            <a:ext cx="48828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id: UUID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1052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⚙️  ក្នុង Xcode: ចុចលើ Entity → Inspector → Codegen → Manual/None   →  Editor → Create NSManagedObject Subclass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🔧  NSManagedObject Subclass · Transaction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9436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56144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Models/Transaction+CoreDataClass.swift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import CoreData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@objc(Transaction)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public class Transaction: NSManagedObject {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─────────────────────────────────────────────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Models/Transaction+CoreDataProperties.swift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import CoreData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extension Transaction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@nonobjc public class func fetchRequest()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-&gt; NSFetchRequest&lt;Transaction&gt;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return NSFetchRequest&lt;Transaction&gt;(entityName: "Transaction")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amount:   Double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date:     Date?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note:  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type:  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category: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id:       UUID?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extension Transaction: Identifiable {}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005840"/>
            <a:ext cx="539496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6520" y="1005840"/>
            <a:ext cx="73152" cy="12801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@objc(Transaction)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1508760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ឈ្មោះ class ត្រូវដូចនឹង
Entity name ក្នុង .xcdatamodeld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441448"/>
            <a:ext cx="539496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2441448"/>
            <a:ext cx="73152" cy="12801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5328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@NSManaged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944368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CoreData គ្រប់គ្រង
storage ដោយខ្លួនឯង
(ជំនួស stored property)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877056"/>
            <a:ext cx="539496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3877056"/>
            <a:ext cx="73152" cy="12801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396849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Identifiable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4379976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ធ្វើឲ្យ ForEach SwiftUI
អាច loop transaction
ដោយ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5312664"/>
            <a:ext cx="539496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5312664"/>
            <a:ext cx="73152" cy="128016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540410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Manual/None Codegen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581558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ចៀសវាង build error:
"Multiple commands produce"
វាចាំបាច់ណាស់!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🔄  @FetchRequest · Auto UI Refresh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9436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56144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✅ Basic @FetchRequest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struct TransactionListView: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@FetchRequest(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entity: Transaction.entity(),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sortDescriptors: [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NSSortDescriptor(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keyPath: \Transaction.date,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ascending: false)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]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) var transactions: FetchedResults&lt;Transaction&gt;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List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ForEach(transactions, id: \.self) { t in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Text(t.note ?? "")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✅ Filtered @FetchRequest (NSPredicate)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@FetchRequest(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entity: Transaction.entity(),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sortDescriptors: [],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predicate: NSPredicate(format: "type == %@",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       "expense")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) var expenses: FetchedResults&lt;Transaction&gt;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Auto-refresh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508760"/>
            <a:ext cx="5394960" cy="685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73152" cy="6858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16459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①  User adds/edits/deletes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514600"/>
            <a:ext cx="5394960" cy="685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2514600"/>
            <a:ext cx="73152" cy="6858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②  viewContext.save()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182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520440"/>
            <a:ext cx="5394960" cy="685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3520440"/>
            <a:ext cx="73152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③  @FetchRequest detects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187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526280"/>
            <a:ext cx="5394960" cy="685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4526280"/>
            <a:ext cx="73152" cy="6858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4663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④  SwiftUI re-renders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669280"/>
            <a:ext cx="5394960" cy="10515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5669280"/>
            <a:ext cx="73152" cy="10515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5715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💡  NSPredicate vs Swift .filter{}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608076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NSPredicate → filters IN the SQLite database (fast)
.filter{} → loads ALL rows first, filters in memory (slow)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➕🗑️  CRUD · Create &amp;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Create — addTransaction()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53492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08760"/>
            <a:ext cx="5248655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func addTransaction(amount: Double,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note: String,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type: String,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category: String)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t = Transaction(context: context)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t.amount   = amount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t.date     = Date()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t.note     = note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t.type     = type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t.category = category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t.id       = UUID()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saveContext()  // ← persists to SQLite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Call from View: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viewModel.addTransaction(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amount: 50.0,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note: "ទិញគ្រាប់ពូជ",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type: "expense",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category: "គ្រាប់ពូជ"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914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747"/>
                </a:solidFill>
              </a:rPr>
              <a:t>Delete — deleteTransaction()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371600"/>
            <a:ext cx="5760720" cy="53492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508760"/>
            <a:ext cx="5431536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func deleteTransaction(_ t: Transaction)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context.delete(t)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saveContext()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Swipe-to-delete in List: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.onDelete(perform: deleteTransactions)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private func deleteTransactions(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offsets: IndexSet)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for index in offsets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viewContext.delete(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displayedTransactions[index])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try? viewContext.save()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Batch delete ALL: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func deleteAllTransactions()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req: NSFetchRequest&lt;NSFetchRequestResult&gt;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= Transaction.fetchRequest()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batch = NSBatchDeleteRequest(fetchRequest: req)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try? context.execute(batch)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saveContext()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✏️  CRUD · Update — Edit Flow &amp; State(initialValue:)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updateTransaction() in ViewModel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943600" cy="53492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08760"/>
            <a:ext cx="5614416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func updateTransaction(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_ t: Transaction,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amount: Double,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note: String,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type: String,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category: String)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t.amount   = amount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t.note     = note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t.type     = type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t.category = category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saveContext()  // ← write to disk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Pre-fill EditTransactionView: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struct EditTransactionView: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transaction: Transaction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✅ State(initialValue:) to pre-fill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@State private var amount: String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init(transaction: Transaction)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self.transaction = transaction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_amount = State(initialValue: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String(transaction.amount))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Edit Flow Diagram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371600"/>
            <a:ext cx="5394960" cy="62179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371600"/>
            <a:ext cx="73152" cy="62179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48132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①  User taps a transaction 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121408"/>
            <a:ext cx="5394960" cy="62179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2121408"/>
            <a:ext cx="73152" cy="62179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23113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②  selectedTransaction = transaction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871215"/>
            <a:ext cx="5394960" cy="62179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871215"/>
            <a:ext cx="73152" cy="6217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98094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③  .sheet(item: $selectedTransaction)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621024"/>
            <a:ext cx="5394960" cy="62179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621024"/>
            <a:ext cx="73152" cy="62179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373075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④  EditTransactionView opens (pre-filled)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370831"/>
            <a:ext cx="5394960" cy="62179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4370831"/>
            <a:ext cx="73152" cy="62179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480559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⑤  User edits → taps Save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5120640"/>
            <a:ext cx="5394960" cy="62179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5120640"/>
            <a:ext cx="73152" cy="62179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523036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⑥  viewModel.updateTransaction(...) → disk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5870448"/>
            <a:ext cx="5394960" cy="62179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5870448"/>
            <a:ext cx="73152" cy="62179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598017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⑦  @FetchRequest → UI refreshes 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6583680"/>
            <a:ext cx="5394960" cy="201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66019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BB"/>
                </a:solidFill>
              </a:rPr>
              <a:t>💡  .sheet(item:) ดีกว่า .sheet(isPresented:) — ส่ง item ตรงเข้า closure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💰  Finance Tab · Complete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4008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0716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FinanceTabView: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// ✅ iOS 13+ patterns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@EnvironmentObject private var viewModel: FarmViewModel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@Environment(\.managedObjectContext)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private var viewContext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@State private var filterType = "all"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@State private var selectedTransaction: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Transaction? = nil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@FetchRequest(entity: Transaction.entity(),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sortDescriptors: [NSSortDescriptor(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keyPath: \Transaction.date,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ascending: false)]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) var allTransactions: FetchedResults&lt;Transaction&gt;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NavigationView {          // ✅ iOS 13+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VStack(spacing: 0)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// Summary cards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HStack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SummaryCard(title: "ចំណូល",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amount: totalIncome, color: .green)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SummaryCard(title: "ចំណាយ",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amount: totalExpense, color: .red)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SummaryCard(title: "សមតុល្យ",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amount: balance, color: .blue)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// Filter Picker + List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Picker("Filter", selection: $filterType) {...}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SummaryCard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508760"/>
            <a:ext cx="1554480" cy="1097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1508760"/>
            <a:ext cx="1554480" cy="7315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59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ចំណូល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9933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B889"/>
                </a:solidFill>
              </a:rPr>
              <a:t>$2,400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508760"/>
            <a:ext cx="1554480" cy="1097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1508760"/>
            <a:ext cx="1554480" cy="73152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ចំណាយ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9933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4747"/>
                </a:solidFill>
              </a:rPr>
              <a:t>$1,100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87000" y="1508760"/>
            <a:ext cx="1554480" cy="1097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87000" y="1508760"/>
            <a:ext cx="1554480" cy="7315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សមតុល្យ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19933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87DFA"/>
                </a:solidFill>
              </a:rPr>
              <a:t>$1,300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788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Filter Picker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182112"/>
            <a:ext cx="50292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3246120"/>
            <a:ext cx="1463040" cy="4114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3264408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ទាំងអស់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3246120"/>
            <a:ext cx="146304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264408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ចំណូល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3246120"/>
            <a:ext cx="146304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3264408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ចំណាយ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931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87DFA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SummaryCard ប្រើ @EnvironmentObject ដើម្បី format currency</a:t>
            </a:r>
          </a:p>
          <a:p>
            <a:r>
              <a:rPr sz="1200" b="1">
                <a:solidFill>
                  <a:srgbClr val="287DFA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.sheet(item: $selectedTransaction) — open edit form</a:t>
            </a:r>
          </a:p>
          <a:p>
            <a:r>
              <a:rPr sz="1200" b="1">
                <a:solidFill>
                  <a:srgbClr val="287DFA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@FetchRequest ២ — total calculation + filtered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⚠️  Common Mistakes · ❌ vs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5603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51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05840"/>
            <a:ext cx="4114800" cy="50292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0515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❌  iOS 17+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005840"/>
            <a:ext cx="466344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051560"/>
            <a:ext cx="4526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iOS 13+ Correct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6916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ViewModel 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600200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91640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@Observable class 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600200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691640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class VM: ObservableObject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12848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3042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State ViewModel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212848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304288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@State var vm: VM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212848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304288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@StateObject var vm: VM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25496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291693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Read ViewModel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825496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916936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@Environment(VM.self)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825496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916936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@EnvironmentObject var vm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38144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52958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Pass ViewModel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438144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529584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.environment(vm)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3438144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529584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.environmentObject(vm)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50791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142231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Navigation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4050791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4142231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NavigationStack {}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4050791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4142231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NavigationView {}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663440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475487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Dismiss sheet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4663440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4754879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@Environment(\.dismiss)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4663440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4754879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@Environment(\.presentationMode)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76088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79" y="53675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Pre-fill @State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5276088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5367528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@State var x = ""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80" y="5276088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60920" y="5367528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@State var x: String  +  init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888736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79" y="598017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2 containers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5888736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5980176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NSPersistentContainer() in App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69480" y="5888736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60920" y="5980176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CoreDataManager.shared.context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📌  សង្ខេប Week 02 &amp;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49039" cy="5212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49039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✅  Week 02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59" y="17556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CoreDataManager singleton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59" y="257860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 Entity models defined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1012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34015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@FetchRequest in 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3308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59" y="42245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CRUD for Transaction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5604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" y="50474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Finance Tab 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005840"/>
            <a:ext cx="3749039" cy="5212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1005840"/>
            <a:ext cx="3749039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051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📋  Key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166420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17556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ONE NSPersistentContainer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48716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257860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saveContext() after every write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31012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4015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NSPredicate → db-level filter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413308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1999" y="42245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State(initialValue:) for edit forms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495604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1999" y="50474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.sheet(item:) for edit sheets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1005840"/>
            <a:ext cx="3749039" cy="5212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1005840"/>
            <a:ext cx="3749039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051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🎯  Week 03 Preview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166420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17556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NavigationView &amp; NavigationLink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48716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257860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Detail screen (Transaction detail)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31012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4015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Navigation state management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413308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2245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Deep linking simulation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495604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50474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NavigationCoordinator pattern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382512"/>
            <a:ext cx="11521440" cy="38404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099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💾  Week 02 ចប់! — Data ត្រូវបានរក្សា &amp; App ស្វែងហា! · Ready for Navigation in Week 03!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