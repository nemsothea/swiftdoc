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2011680" cy="4572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WEEK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នាំចេញទិន្នន័យ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39620"/>
                </a:solidFill>
              </a:rPr>
              <a:t>&amp; របាយការណ៍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AAABB"/>
                </a:solidFill>
              </a:rPr>
              <a:t>SmartFarmerAssistant — បង្កើត &amp; ចែករំលែក របាយការណ៍ សម្រាប់កសិករ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Bar Charts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CSV Export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🗒️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PDFKit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59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UIActivityVC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P&amp;L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87000" y="4297680"/>
            <a:ext cx="1691640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0" y="4343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89204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UX កសិករ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39620"/>
                </a:solidFill>
              </a:rPr>
              <a:t>📋  របៀបវារៈ — Week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02920" cy="566928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Bar Charts ផ្ទាល់ខ្លួន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35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GeometryReader + Shape — iOS 13+, គ្មាន dependencies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02920" cy="566928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CSV 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94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បង្កើតរបាយការណ៍ CSV — ចែករំលែកបានគ្រប់ទីកន្លែង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502920" cy="56692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8346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346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PDFKit មូលដ្ឋាន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63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PDFDocument + UIGraphicsPDFRenderer — iOS 11+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502920" cy="5669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749039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7490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PDF ជាមួយ Drawing ផ្ទាល់ខ្លួន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Render text, lines, bar charts ចូល PDF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566928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63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UIActivityViewController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926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Share sheets — AirDrop, Mail, Files, Messages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502920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577840"/>
            <a:ext cx="502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77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លំហូររបាយការណ៍ End-to-End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907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Generate → Preview → Share ក្នុង tap តែមួយ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39620"/>
                </a:solidFill>
              </a:rPr>
              <a:t>📊  Bar Chart ផ្ទាល់ខ្លួន — GeometryReader +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ហេតុអ្វី GeometryReader + Shape ជំនួស Swift Charts?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39620"/>
                </a:solidFill>
              </a:rPr>
              <a:t>• </a:t>
            </a:r>
            <a:r>
              <a:rPr sz="1300">
                <a:solidFill>
                  <a:srgbClr val="FFFFFF"/>
                </a:solidFill>
              </a:rPr>
              <a:t>Swift Charts ត្រូវការ iOS 16+ — target យើង iOS 13</a:t>
            </a:r>
          </a:p>
          <a:p>
            <a:pPr algn="l"/>
            <a:r>
              <a:rPr sz="1300">
                <a:solidFill>
                  <a:srgbClr val="F39620"/>
                </a:solidFill>
              </a:rPr>
              <a:t>• </a:t>
            </a:r>
            <a:r>
              <a:rPr sz="1300">
                <a:solidFill>
                  <a:srgbClr val="FFFFFF"/>
                </a:solidFill>
              </a:rPr>
              <a:t>GeometryReader ឱ្យ sizing ដែលសមស្របក្នុង layout ណាមួយ</a:t>
            </a:r>
          </a:p>
          <a:p>
            <a:pPr algn="l"/>
            <a:r>
              <a:rPr sz="1300">
                <a:solidFill>
                  <a:srgbClr val="F39620"/>
                </a:solidFill>
              </a:rPr>
              <a:t>• </a:t>
            </a:r>
            <a:r>
              <a:rPr sz="1300">
                <a:solidFill>
                  <a:srgbClr val="FFFFFF"/>
                </a:solidFill>
              </a:rPr>
              <a:t>Shape protocol ឱ្យយើង draw rectangles បានត្រឹមត្រូវ</a:t>
            </a:r>
          </a:p>
          <a:p>
            <a:pPr algn="l"/>
            <a:r>
              <a:rPr sz="1300">
                <a:solidFill>
                  <a:srgbClr val="F39620"/>
                </a:solidFill>
              </a:rPr>
              <a:t>• </a:t>
            </a:r>
            <a:r>
              <a:rPr sz="1300">
                <a:solidFill>
                  <a:srgbClr val="FFFFFF"/>
                </a:solidFill>
              </a:rPr>
              <a:t>Control ពេញលេញ colors, spacing, labels, animations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43600" cy="3749039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53912" y="1005839"/>
            <a:ext cx="5614416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C9C8"/>
                </a:solidFill>
                <a:latin typeface="Courier New"/>
              </a:rPr>
              <a:t>struct BarShape: Shape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var heightFraction: CGFloat   // 0.0 … 1.0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func path(in rect: CGRect) -&gt; Path {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var p = Path()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let barH = rect.height * heightFraction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p.addRect(CGRect(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   x: 0,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   y: rect.height - barH,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   width: rect.width,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    height: barH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))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    return p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AABB"/>
                </a:solidFill>
              </a:rPr>
              <a:t>BarShape draw rectangle ដែល anchor ខាងក្រោម — fraction scale height: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11880"/>
            <a:ext cx="5303520" cy="25603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20056"/>
            <a:ext cx="530352" cy="694944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ម.ក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4498848"/>
            <a:ext cx="530352" cy="1216151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ក.փ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8528" y="4759452"/>
            <a:ext cx="530352" cy="955547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8528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មីនា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4238244"/>
            <a:ext cx="530352" cy="1476756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3472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មេសា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28416" y="5193792"/>
            <a:ext cx="530352" cy="521207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28416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ឧសភា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4585716"/>
            <a:ext cx="530352" cy="1129284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576072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AABB"/>
                </a:solidFill>
              </a:rPr>
              <a:t>មិថុ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39620"/>
                </a:solidFill>
              </a:rPr>
              <a:t>📊  BarChartView — Implementation ពេញលេញ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9494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6202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BarChartView: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entries: [MonthlyReport]   // [(month, income, expense)]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private var maxValue: Double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entries.flatMap { [$0.income, $0.expense] }.max() ?? 1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GeometryReader { geo in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barW = (geo.size.width / CGFloat(entries.count)) * 0.35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spacing = (geo.size.width / CGFloat(entries.count)) * 0.12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HStack(alignment: .bottom, spacing: 0)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ForEach(entries) { entry in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VStack(spacing: 2)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HStack(alignment: .bottom, spacing: spacing)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BarShape(heightFraction: entry.income / maxValue)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  .fill(Color.green)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  .frame(width: barW)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BarShape(heightFraction: entry.expense / maxValue)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  .fill(Color.red.opacity(0.8))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  .frame(width: barW)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.frame(height: geo.size.height - 24)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Text(entry.monthLabel)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.font(.system(size: 9))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.foregroundColor(.secondary)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.frame(maxWidth: .infinity)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ការសម្រេចចិត្ត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6640" y="1325880"/>
            <a:ext cx="4572000" cy="117043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325880"/>
            <a:ext cx="73152" cy="117043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41732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maxValue computed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783080"/>
            <a:ext cx="4297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Bars scale ទៅតាមតម្លៃធំបំផុត — chart បំពេញ height ជានិច្ច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606039"/>
            <a:ext cx="4572000" cy="117043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606039"/>
            <a:ext cx="73152" cy="1170432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269747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7DFA"/>
                </a:solidFill>
              </a:rPr>
              <a:t>GeometryReader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3063239"/>
            <a:ext cx="4297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Width ស្ដាប់ screen size ណាមួយ — គ្មាន pixel values hardcoded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886200"/>
            <a:ext cx="4572000" cy="117043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3886200"/>
            <a:ext cx="73152" cy="117043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1" y="397763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Bars គូ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4343400"/>
            <a:ext cx="4297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ចំណូល (បៃតង) + ចំណាយ (ក្រហម) side by side សម្រាប់ P&amp;L ភ្លាមៗ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66359"/>
            <a:ext cx="4572000" cy="117043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66359"/>
            <a:ext cx="73152" cy="1170432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525779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MonthLabel ខាងក្រោម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5623559"/>
            <a:ext cx="4297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ពាក្យខ្លី month ខ្មែរ ធ្វើ UI compact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87DFA"/>
                </a:solidFill>
              </a:rPr>
              <a:t>📄  CSV Export — ទិន្នន័យ Spreadsheet ចែករំលែកបាន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4922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1630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// Reports/CSVExporter.swift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struct CSVExporter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static func makeTransactionCSV(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_ transactions: [Transaction]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) -&gt; String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var lines = ["Date,Type,Category,Amount,Note"]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let df = DateFormatter()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df.dateStyle = .short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for t in transactions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date   = df.string(from: t.date ?? Date())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type_  = t.isIncome ? "Income" : "Expense"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cat    = t.category ?? ""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amount = String(format: "%.2f", t.amount)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let note   = (t.note ?? "").replacingOccurrences(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of: ",", with: ";")  // escape commas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lines.append("\(date),\(type_),\(cat),\(amount),\(note)")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return lines.joined(separator: "\n")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static func writeToTempFile(_ csv: String,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  named: String) -&gt; URL?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let url = FileManager.default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.temporaryDirectory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.appendingPathComponent(named + ".csv")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try? csv.write(to: url, atomically: true,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encoding: .utf8)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return url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914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ការប្រើ 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298448"/>
            <a:ext cx="5029200" cy="173736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14031" y="1435607"/>
            <a:ext cx="4700016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C9C8"/>
                </a:solidFill>
                <a:latin typeface="Courier New"/>
              </a:rPr>
              <a:t>let csv = CSVExporter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.makeTransactionCSV(transactions)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guard let url = CSVExporter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    .writeToTempFile(csv, named: "farm_report")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else { return }</a:t>
            </a:r>
          </a:p>
          <a:p>
            <a:r>
              <a:rPr sz="1100">
                <a:solidFill>
                  <a:srgbClr val="00C9C8"/>
                </a:solidFill>
                <a:latin typeface="Courier New"/>
              </a:rPr>
              <a:t>// → pass url to UIActivityViewController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154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ច្បាប់សំខាន់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547872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87DFA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Escape commas (",") → ជំនួស ";"</a:t>
            </a:r>
          </a:p>
          <a:p>
            <a:pPr algn="l"/>
            <a:r>
              <a:rPr sz="1200">
                <a:solidFill>
                  <a:srgbClr val="287DFA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ប្រើ .temporaryDirectory — មិនត្រូវការ permission</a:t>
            </a:r>
          </a:p>
          <a:p>
            <a:pPr algn="l"/>
            <a:r>
              <a:rPr sz="1200">
                <a:solidFill>
                  <a:srgbClr val="287DFA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atomically: true ការពារ writes មិនពេញ</a:t>
            </a:r>
          </a:p>
          <a:p>
            <a:pPr algn="l"/>
            <a:r>
              <a:rPr sz="1200">
                <a:solidFill>
                  <a:srgbClr val="287DFA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UTF-8 ធានា text ខ្មែររស់រានជានិច្ច</a:t>
            </a:r>
          </a:p>
          <a:p>
            <a:pPr algn="l"/>
            <a:r>
              <a:rPr sz="1200">
                <a:solidFill>
                  <a:srgbClr val="287DFA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បើកក្នុង Excel/Google Sheets ភ្លាមៗ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B889"/>
                </a:solidFill>
              </a:rPr>
              <a:t>🗒️  PDFKit — បង្កើតរបាយការណ៍ PDF (iOS 11+)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វិធី ០២ ក្នុងការបង្កើត PDF លើ iOS: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325880"/>
            <a:ext cx="5486400" cy="21031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73152" cy="210312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UIGraphicsPDFRenderer  ✅ Recommended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Draw ចូល CGContext — text, lines,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ដំណើរការ iOS 10+ — មិនត្រូវ import PDFKit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ល្អបំផុតសម្រាប់ report pages custom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611880"/>
            <a:ext cx="5486400" cy="21031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611880"/>
            <a:ext cx="73152" cy="210312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7DFA"/>
                </a:solidFill>
              </a:rPr>
              <a:t>PDFDocument + PDFPage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148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ផ្សំ pages ពី UIView snapshots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720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ល្អជាង SwiftUI views →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2920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• ត្រូវការ PDFKit (iOS 11+) import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868680"/>
            <a:ext cx="5852160" cy="45262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352" y="1005839"/>
            <a:ext cx="5522976" cy="4251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C9C8"/>
                </a:solidFill>
                <a:latin typeface="Courier New"/>
              </a:rPr>
              <a:t>// Reports/PDFGenerator.swift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import PDFKit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struct PDFGenerator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static func makeReportPDF(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title: String,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rows: [(String, String)]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) -&gt; Data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let pageRect = CGRect(x: 0, y: 0,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             width: 595, height: 842)  // A4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let renderer = UIGraphicsPDFRenderer(bounds: pageRect)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return renderer.pdfData { ctx in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ctx.beginPage()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drawTitle(title, in: pageRect)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drawTable(rows, in: pageRect)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85216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BB"/>
                </a:solidFill>
              </a:rPr>
              <a:t>A4 = 595 × 842 pt (72 dpi).  US Letter = 612 × 792 pt.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C9C8"/>
                </a:solidFill>
              </a:rPr>
              <a:t>🖊️  Draw Text &amp; Tables ក្នុង PDF Page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9494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6202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// Draw a title at the top of the page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private static func drawTitle(_ title: String,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          in rect: CGRect)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attrs: [NSAttributedString.Key: Any] = [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.font: UIFont.boldSystemFont(ofSize: 22),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.foregroundColor: UIColor.black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title.draw(at: CGPoint(x: 40, y: 40), withAttributes: attrs)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// Draw a two-column table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private static func drawTable(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_ rows: [(String, String)], in rect: CGRect)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rowH: CGFloat = 24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y: CGFloat = 90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labelAttrs: [NSAttributedString.Key: Any] = [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.font: UIFont.systemFont(ofSize: 13),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.foregroundColor: UIColor.darkGray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valueAttrs: [NSAttributedString.Key: Any] = [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.font: UIFont.boldSystemFont(ofSize: 13),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.foregroundColor: UIColor.black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for (label, value) in rows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label.draw(at: CGPoint(x: 40, y: y),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withAttributes: labelAttrs)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value.draw(at: CGPoint(x: 300, y: y),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withAttributes: valueAttrs)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y += rowH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Preview លទ្ធផល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6640" y="1298448"/>
            <a:ext cx="45720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4630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របាយការណ៍ប្រចាំខែ ចម្ការ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892807"/>
            <a:ext cx="429768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2048255"/>
            <a:ext cx="429768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13969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ខែ: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139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ឧសភា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2615184"/>
            <a:ext cx="4297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27066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ចំណូលសរុប: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27066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$1,850.00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3182111"/>
            <a:ext cx="429768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3273551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ចំណាយសរុប: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27355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$1,120.00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3749039"/>
            <a:ext cx="4297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38404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ចំណេញ: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84047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B889"/>
                </a:solidFill>
              </a:rPr>
              <a:t>$730.00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4315968"/>
            <a:ext cx="429768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440740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ប្រតិបត្តិការ: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407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24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8E44AD"/>
                </a:solidFill>
              </a:rPr>
              <a:t>📤  UIActivityViewController — ចែករំលែករបាយការណ៍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4922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1630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C9C8"/>
                </a:solidFill>
                <a:latin typeface="Courier New"/>
              </a:rPr>
              <a:t>// Sharing a file URL (CSV or PDF)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func shareFile(url: URL)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avc = UIActivityViewController(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activityItems: [url],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applicationActivities: nil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// iPad needs a popover source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if let popover = avc.popoverPresentationController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popover.sourceView = UIApplication.shared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.windows.first?.rootViewController?.view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popover.sourceRect = CGRect(x: 0, y: 0,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                           width: 1, height: 1)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UIApplication.shared.windows.first?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.rootViewController?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.present(avc, animated: true)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// Share raw Data (PDF bytes) directly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func sharePDFData(_ data: Data, filename: String) {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let url = FileManager.default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.temporaryDirectory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    .appendingPathComponent(filename + ".pdf")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try? data.write(to: url)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    shareFile(url: url)</a:t>
            </a:r>
          </a:p>
          <a:p>
            <a:r>
              <a:rPr sz="10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914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អ្វីដែលកសិករឃើញ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3258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Share sheet លេចចេញស្វ័យប្រវត្តិ</a:t>
            </a:r>
          </a:p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AirDrop → ផ្ញើទៅ laptop ភ្លាមៗ</a:t>
            </a:r>
          </a:p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Mail → attach ក្នុង email</a:t>
            </a:r>
          </a:p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Files app → save ទៅ iCloud / local</a:t>
            </a:r>
          </a:p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WhatsApp / Telegram (បើ install ហើយ)</a:t>
            </a:r>
          </a:p>
          <a:p>
            <a:pPr algn="l"/>
            <a:r>
              <a:rPr sz="1250">
                <a:solidFill>
                  <a:srgbClr val="8E44AD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Print → printers AirPrint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SwiftUI Bridge (iOS 13+):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4709160"/>
            <a:ext cx="5074920" cy="178308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68312" y="4846320"/>
            <a:ext cx="4745736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struct ShareSheet: UIViewControllerRepresentable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items: [Any]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makeUIViewController(context: Context)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-&gt; UIActivityViewController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UIActivityViewController(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activityItems: items,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applicationActivities: nil)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updateUIViewController(_ vc: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UIActivityViewController, context: Context) {}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</a:rPr>
              <a:t>🌾  ReportTabView — លំហូរ End-to-End កសិករ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9494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6202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C9C8"/>
                </a:solidFill>
                <a:latin typeface="Courier New"/>
              </a:rPr>
              <a:t>struct ReportTabView: View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@FetchRequest(entity: Transaction.entity(),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sortDescriptors: [NSSortDescriptor(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keyPath: \Transaction.date, ascending: false)])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private var transactions: FetchedResults&lt;Transaction&gt;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@StateObject private var vm = ReportViewModel()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@State private var showShare   = false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@State private var shareItems: [Any] = []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@State private var isExporting = false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var body: some View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NavigationView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ScrollView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VStack(spacing: 20)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MonthPickerView(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selectedMonth: $vm.selectedMonth,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canGoNext: vm.canGoToNextMonth,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onPrevious: vm.goToPreviousMonth,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onNext: vm.goToNextMonth)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FarmCard(title: "ចំណូល / ចំណាយ ប្រចាំខែ",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     icon: "chart.bar.fill",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     iconColor: .orange)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BarChartView(entries: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    Array(monthlyReports.suffix(6)))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        .frame(height: 200)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SummaryCardView(report: selectedReport)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    exportButtons   // PrimaryButton CSV + PDF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.navigationTitle("របាយការណ៍")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.sheet(isPresented: $showShare) {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    ShareSheet(items: shareItems)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    .loadingOverlay(isLoading: isExporting)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0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លំហូរ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6640" y="1325880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325880"/>
            <a:ext cx="73152" cy="80467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38074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620"/>
                </a:solidFill>
              </a:rPr>
              <a:t>1. ជ្រើសខែ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70992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MonthPickerView ‹/› → vm.selectedMonth → SummaryCardView ធ្វើបច្ចុប្បន្នភាព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221991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221991"/>
            <a:ext cx="73152" cy="804672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22768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7DFA"/>
                </a:solidFill>
              </a:rPr>
              <a:t>2. មើល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60603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BarChartView បង្ហាញ ៦ ខែ; empty state បើគ្មាន transactions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118104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3118104"/>
            <a:ext cx="73152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1" y="31729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B889"/>
                </a:solidFill>
              </a:rPr>
              <a:t>3. ចុច CSV /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350215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PrimaryButton ដំណើរការ exportCSV() / exportPDF()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014215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4014215"/>
            <a:ext cx="73152" cy="80467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069079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E44AD"/>
                </a:solidFill>
              </a:rPr>
              <a:t>4. Build &amp; 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439826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CSVExporter/PDFGenerator → PDFGenerator.writeTempFile → URL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910328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910328"/>
            <a:ext cx="73152" cy="804672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1" y="496519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5. Share 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529437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ShareSheet(items: [url]) រំកិល UIActivityViewController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5806440"/>
            <a:ext cx="4572000" cy="804672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06640" y="5806440"/>
            <a:ext cx="73152" cy="80467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71231" y="586130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6. កសិករចែករំលែក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619048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AirDrop / WhatsApp / Mail / Files / Print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C9C8"/>
                </a:solidFill>
              </a:rPr>
              <a:t>🧠  ReportViewModel &amp; MonthlyReport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6949440" cy="557784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1005839"/>
            <a:ext cx="662025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00C9C8"/>
                </a:solidFill>
                <a:latin typeface="Courier New"/>
              </a:rPr>
              <a:t>// Reports/Models/MonthlyReport.swift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struct MonthlyReport: Identifiable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id = UUID()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let month: Date; let income: Double; let expense: Double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profit: Double { income - expense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monthLabel: String { /* MMM */ ...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monthYearLabel: String { /* MMMM yyyy */ ...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// Reports/ViewModels/ReportViewModel.swift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class ReportViewModel: ObservableObject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// Canonical month start — avoids boundary mismatches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@Published var selectedMonth: Date =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Calendar.current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.dateInterval(of: .month, for: Date())!.start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buildMonthlyReports(_ txns: [Transaction]) -&gt; [MonthlyReport]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let cal = Calendar.current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let grouped = Dictionary(grouping: txns)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cal.dateInterval(of: .month, for: $0.date ?? Date())!.start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return grouped.map { month, txns in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MonthlyReport(month: month,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income:  txns.filter { $0.isIncome }.map(\.amount).reduce(0,+),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expense: txns.filter { $0.isExpense }.map(\.amount).reduce(0,+))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}.sorted { $0.month &lt; $1.month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selectedReport(from r: [MonthlyReport]) -&gt; MonthlyReport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r.first { Calendar.current.isDate($0.month,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            equalTo: selectedMonth, toGranularity: .month)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?? MonthlyReport(month: selectedMonth, income: 0, expense: 0)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/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func goToPreviousMonth() { selectedMonth =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Calendar.current.date(byAdding: .month, value: -1, to: selectedMonth)!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var canGoToNextMonth: Bool {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    Calendar.current.date(byAdding: .month, value:1, to: selectedMonth)! &lt;= Date()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}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    // summaryRows uses Double.formattedCurrency from Formatters.swift</a:t>
            </a:r>
          </a:p>
          <a:p>
            <a:r>
              <a:rPr sz="950">
                <a:solidFill>
                  <a:srgbClr val="00C9C8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ការសម្រេចចិត្ត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6640" y="1298448"/>
            <a:ext cx="4572000" cy="11887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298448"/>
            <a:ext cx="73152" cy="118872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3898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Month start ជំនួស Date()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773936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dateInterval(of:for:).start ការពារ off-by-one ជិត midnight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624328"/>
            <a:ext cx="4572000" cy="11887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624328"/>
            <a:ext cx="73152" cy="118872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271576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$0.isExpense ជំនួស !$0.isIncome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3099816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Transaction មាន computed properties ពីរ — explicit ច្បាស់ &amp; safe ជាង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950208"/>
            <a:ext cx="4572000" cy="11887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3950208"/>
            <a:ext cx="73152" cy="118872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1" y="404164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87DFA"/>
                </a:solidFill>
              </a:rPr>
              <a:t>selectedReport return zero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4425696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Chart &amp; summary មិន crash ខែទទេ — $0.00 បង្ហាញ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276088"/>
            <a:ext cx="4572000" cy="1188720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276088"/>
            <a:ext cx="73152" cy="118872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5367527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canGoToNextMonth 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5751575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ការពារ navigate ទៅខែអនាគតដែលគ្មានទិន្នន័យ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</a:rPr>
              <a:t>⚠️  ច្បាប់ iOS API — Week 10 Quick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1170432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950976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59" y="950976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❌ ខុស (API ថ្មីជាង)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9" y="950976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9C8"/>
                </a:solidFill>
              </a:rPr>
              <a:t>✅ ត្រឹមត្រូវ (iOS 13+)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35024"/>
            <a:ext cx="11704320" cy="84124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444752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Bar 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444752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Swift Charts (iOS 16+ — ខុស)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144475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GeometryReader + BarShape: Shape (iOS 13+)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31136"/>
            <a:ext cx="1170432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340864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Date grouping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2340864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dateComponents careless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2340864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Calendar.dateInterval(of: .month, for:)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27248"/>
            <a:ext cx="11704320" cy="84124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3236976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File sharing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3236976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ShareLink (iOS 16+ — ខុស)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3236976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UIActivityViewController wrapped in UIViewControllerRepresentable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23360"/>
            <a:ext cx="1170432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33088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Photo in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59" y="4133088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UIGraphicsImageRenderer (fine, but check bounds)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413308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UIImage.draw(in:) inside UIGraphicsPDFRenderer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919472"/>
            <a:ext cx="11704320" cy="841248"/>
          </a:xfrm>
          <a:prstGeom prst="rect">
            <a:avLst/>
          </a:prstGeom>
          <a:solidFill>
            <a:srgbClr val="0F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502920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Navigation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59" y="5029200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NavigationStack (iOS 16+)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9" y="502920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NavigationView (existing convention)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815584"/>
            <a:ext cx="1170432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5925312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PDF from SwiftUI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59" y="5925312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54747"/>
                </a:solidFill>
              </a:rPr>
              <a:t>ImageRenderer (iOS 16+)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592531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BB889"/>
                </a:solidFill>
              </a:rPr>
              <a:t>UIGraphicsPDFRenderer + Core Text / NSString.draw(at:)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BB889"/>
                </a:solidFill>
              </a:rPr>
              <a:t>🎯  សង្ខេប &amp; ជំហានបន្ទាប់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លទ្ធផល Week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Reports/Models/MonthlyReport.swift — ម៉ូដែលទិន្នន័យ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Reports/ViewModels/ReportViewModel.swift — ដាក់ក្រុម + P&amp;L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Reports/Services/CSVExporter.swift — generate CSV + temp file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Reports/Services/PDFGenerator.swift — របាយការណ៍ UIGraphicsPDFRenderer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Reports/Views/BarChartView.swift — GeometryReader + BarShape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Reports/Views/ReportTabView.swift — UI + share flow រួមគ្នា</a:t>
            </a:r>
          </a:p>
          <a:p>
            <a:pPr algn="l"/>
            <a:r>
              <a:rPr sz="1200">
                <a:solidFill>
                  <a:srgbClr val="1BB889"/>
                </a:solidFill>
              </a:rPr>
              <a:t>• </a:t>
            </a:r>
            <a:r>
              <a:rPr sz="1200">
                <a:solidFill>
                  <a:srgbClr val="FFFFFF"/>
                </a:solidFill>
              </a:rPr>
              <a:t>Shared/ShareSheet.swift — UIViewControllerRepresentable wrapper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14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ខាងមុខ — Week 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CloudKit sync — ចែករំលែកទិន្នន័យចម្ការ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WidgetKit — សង្ខេបចម្ការ Home Screen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Checklist ដាក់ App Store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TestFlight distribution ខាងក្នុង</a:t>
            </a:r>
          </a:p>
          <a:p>
            <a:pPr algn="l"/>
            <a:r>
              <a:rPr sz="1250">
                <a:solidFill>
                  <a:srgbClr val="287DFA"/>
                </a:solidFill>
              </a:rPr>
              <a:t>• </a:t>
            </a:r>
            <a:r>
              <a:rPr sz="1250">
                <a:solidFill>
                  <a:srgbClr val="FFFFFF"/>
                </a:solidFill>
              </a:rPr>
              <a:t>Performance profiling ជាមួយ Instruments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349240"/>
            <a:ext cx="11658600" cy="11430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949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💡  ចំណាំសំខាន់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742432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កសិករ​ដែល​អាច​នាំចេញ​​ P&amp;L របស់​ខ្លួន ហើយ​ចែករំលែក​តាម WhatsApp ជឿ​ទុក​ចិត្ត​កម្មវិធី​នេះ។ CSV + PDF + UIActivityViewController — ឧបករណ៍​ 3 tap​​តែ​មួយ​ ​តម្លៃ​ខ្ពស់​បំផុត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739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