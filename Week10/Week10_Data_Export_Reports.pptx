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011680" cy="45720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WEEK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Data 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39620"/>
                </a:solidFill>
              </a:rPr>
              <a:t>&amp;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AAABB"/>
                </a:solidFill>
              </a:rPr>
              <a:t>SmartFarmerAssistant — Generating &amp; Sharing Reports for Farmers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297680"/>
            <a:ext cx="16916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Bar Charts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4297680"/>
            <a:ext cx="16916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434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48920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CSV Export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4297680"/>
            <a:ext cx="16916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43434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🗒️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8920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PDFKit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59" y="4297680"/>
            <a:ext cx="16916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43434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8920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UIActivityVC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4297680"/>
            <a:ext cx="16916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3434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8920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P&amp;L Reports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87000" y="4297680"/>
            <a:ext cx="16916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87000" y="43434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48920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Farmer UX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1672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39620"/>
                </a:solidFill>
              </a:rPr>
              <a:t>📋  Agenda — Week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02920" cy="566928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005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Custom Bar 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350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GeometryReader + Shape — iOS 13+, zero dependencies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502920" cy="566928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CSV Export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494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Build comma-separated reports — shareable anywhere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34640"/>
            <a:ext cx="502920" cy="566928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834640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346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PDFKit Basics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638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PDFDocument + UIGraphicsPDFRenderer — iOS 11+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49039"/>
            <a:ext cx="502920" cy="56692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749039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74903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PDF with Custom Drawing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0782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Render text, lines, and bar charts into a PDF page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63440"/>
            <a:ext cx="502920" cy="566928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663440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663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UIActivityViewController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926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Share sheets — AirDrop, Mail, Files, Messages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577840"/>
            <a:ext cx="502920" cy="5669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577840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577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End-to-End Report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9070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Generate → Preview → Share in one farmer-friendly tap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1672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39620"/>
                </a:solidFill>
              </a:rPr>
              <a:t>📊  Custom Bar Chart — GeometryReader +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Why GeometryReader + Shape instead of Swift Charts?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5486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39620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Swift Charts requires iOS 16+ — our target is iOS 13</a:t>
            </a:r>
          </a:p>
          <a:p>
            <a:pPr algn="l"/>
            <a:r>
              <a:rPr sz="1300">
                <a:solidFill>
                  <a:srgbClr val="F39620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GeometryReader gives proportional sizing inside any layout</a:t>
            </a:r>
          </a:p>
          <a:p>
            <a:pPr algn="l"/>
            <a:r>
              <a:rPr sz="1300">
                <a:solidFill>
                  <a:srgbClr val="F39620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Shape protocol lets us draw filled rectangles precisely</a:t>
            </a:r>
          </a:p>
          <a:p>
            <a:pPr algn="l"/>
            <a:r>
              <a:rPr sz="1300">
                <a:solidFill>
                  <a:srgbClr val="F39620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Full control over colours, spacing, labels, and animations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868680"/>
            <a:ext cx="5943600" cy="3749039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53912" y="1005839"/>
            <a:ext cx="5614416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C8"/>
                </a:solidFill>
                <a:latin typeface="Courier New"/>
              </a:rPr>
              <a:t>struct BarShape: Shape {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var heightFraction: CGFloat   // 0.0 … 1.0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func path(in rect: CGRect) -&gt; Path {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    var p = Path()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    let barH = rect.height * heightFraction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    p.addRect(CGRect(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        x: 0,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        y: rect.height - barH,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        width: rect.width,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        height: barH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    ))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    return p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108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AABB"/>
                </a:solidFill>
              </a:rPr>
              <a:t>BarShape draws a bottom-anchored filled rectangle — the fraction scales the height: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611880"/>
            <a:ext cx="5303520" cy="2560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020056"/>
            <a:ext cx="530352" cy="694944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760720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BB"/>
                </a:solidFill>
              </a:rPr>
              <a:t>ម.ក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43584" y="4498848"/>
            <a:ext cx="530352" cy="1216151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" y="5760720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BB"/>
                </a:solidFill>
              </a:rPr>
              <a:t>ក.փ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38528" y="4759452"/>
            <a:ext cx="530352" cy="955547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38528" y="5760720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BB"/>
                </a:solidFill>
              </a:rPr>
              <a:t>មីនា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33472" y="4238244"/>
            <a:ext cx="530352" cy="1476756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5760720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BB"/>
                </a:solidFill>
              </a:rPr>
              <a:t>មេសា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28416" y="5193792"/>
            <a:ext cx="530352" cy="521207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28416" y="5760720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BB"/>
                </a:solidFill>
              </a:rPr>
              <a:t>ឧសភា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4585716"/>
            <a:ext cx="530352" cy="1129284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5760720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BB"/>
                </a:solidFill>
              </a:rPr>
              <a:t>មិថុ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1672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39620"/>
                </a:solidFill>
              </a:rPr>
              <a:t>📊  BarChartView — Full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6949440" cy="55778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005839"/>
            <a:ext cx="6620255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C9C8"/>
                </a:solidFill>
                <a:latin typeface="Courier New"/>
              </a:rPr>
              <a:t>struct BarChartView: 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let entries: [MonthlyReport]   // [(month, income, expense)]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private var maxValue: Double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entries.flatMap { [$0.income, $0.expense] }.max() ?? 1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var body: some 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GeometryReader { geo in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let barW = (geo.size.width / CGFloat(entries.count)) * 0.35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let spacing = (geo.size.width / CGFloat(entries.count)) * 0.12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HStack(alignment: .bottom, spacing: 0)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ForEach(entries) { entry in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VStack(spacing: 2)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HStack(alignment: .bottom, spacing: spacing)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    BarShape(heightFraction: entry.income / maxValue)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        .fill(Color.green)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        .frame(width: barW)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    BarShape(heightFraction: entry.expense / maxValue)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        .fill(Color.red.opacity(0.8))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        .frame(width: barW)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.frame(height: geo.size.height - 24)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Text(entry.monthLabel)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    .font(.system(size: 9))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    .foregroundColor(.secondary)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.frame(maxWidth: .infinity)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Design Decisions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325880"/>
            <a:ext cx="4572000" cy="117043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0" y="1325880"/>
            <a:ext cx="73152" cy="1170432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71231" y="141732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B889"/>
                </a:solidFill>
              </a:rPr>
              <a:t>maxValue computed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1231" y="1783080"/>
            <a:ext cx="4297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Bars scale relative to the largest value — chart always fills the available height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606039"/>
            <a:ext cx="4572000" cy="117043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2606039"/>
            <a:ext cx="73152" cy="1170432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2697479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7DFA"/>
                </a:solidFill>
              </a:rPr>
              <a:t>GeometryReader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1231" y="3063239"/>
            <a:ext cx="4297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Width adapts to any screen size — no hardcoded pixel values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3886200"/>
            <a:ext cx="4572000" cy="117043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0" y="3886200"/>
            <a:ext cx="73152" cy="1170432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71231" y="3977639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20"/>
                </a:solidFill>
              </a:rPr>
              <a:t>Paired bars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1" y="4343400"/>
            <a:ext cx="4297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Income (green) + Expense (red) side by side for instant P&amp;L comparison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66359"/>
            <a:ext cx="4572000" cy="117043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66359"/>
            <a:ext cx="73152" cy="1170432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71231" y="5257799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C8"/>
                </a:solidFill>
              </a:rPr>
              <a:t>MonthLabel below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1" y="5623559"/>
            <a:ext cx="4297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ខ្មែរ month abbreviations keep the UI compact on small screens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87DFA"/>
                </a:solidFill>
              </a:rPr>
              <a:t>📄  CSV Export — Shareable Spreadsheet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6492240" cy="55778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005839"/>
            <a:ext cx="6163055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C9C8"/>
                </a:solidFill>
                <a:latin typeface="Courier New"/>
              </a:rPr>
              <a:t>// Reports/CSVExporter.swift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struct CSVExporter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static func makeTransactionCSV(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_ transactions: [Transaction]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) -&gt; String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var lines = ["Date,Type,Category,Amount,Note"]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let df = DateFormatter()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df.dateStyle = .short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for t in transactions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let date   = df.string(from: t.date ?? Date())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let type_  = t.isIncome ? "Income" : "Expense"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let cat    = t.category ?? ""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let amount = String(format: "%.2f", t.amount)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let note   = (t.note ?? "").replacingOccurrences(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     of: ",", with: ";")  // escape commas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lines.append("\(date),\(type_),\(cat),\(amount),\(note)")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return lines.joined(separator: "\n")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static func writeToTempFile(_ csv: String,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        named: String) -&gt; URL?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let url = FileManager.default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.temporaryDirectory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.appendingPathComponent(named + ".csv")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try? csv.write(to: url, atomically: true,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encoding: .utf8)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return url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914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CSV Usage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298448"/>
            <a:ext cx="5029200" cy="1737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14031" y="1435607"/>
            <a:ext cx="4700016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C8"/>
                </a:solidFill>
                <a:latin typeface="Courier New"/>
              </a:rPr>
              <a:t>let csv = CSVExporter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.makeTransactionCSV(transactions)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guard let url = CSVExporter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.writeToTempFile(csv, named: "farm_report")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else { return }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// → pass url to UIActivityViewController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154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Key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547872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87DFA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Escape commas in text fields (",") → replace with ";"</a:t>
            </a:r>
          </a:p>
          <a:p>
            <a:pPr algn="l"/>
            <a:r>
              <a:rPr sz="1200">
                <a:solidFill>
                  <a:srgbClr val="287DFA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Use .temporaryDirectory — no permission needed</a:t>
            </a:r>
          </a:p>
          <a:p>
            <a:pPr algn="l"/>
            <a:r>
              <a:rPr sz="1200">
                <a:solidFill>
                  <a:srgbClr val="287DFA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atomically: true prevents partial writes on crash</a:t>
            </a:r>
          </a:p>
          <a:p>
            <a:pPr algn="l"/>
            <a:r>
              <a:rPr sz="1200">
                <a:solidFill>
                  <a:srgbClr val="287DFA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UTF-8 ensures Khmer text survives the round trip</a:t>
            </a:r>
          </a:p>
          <a:p>
            <a:pPr algn="l"/>
            <a:r>
              <a:rPr sz="1200">
                <a:solidFill>
                  <a:srgbClr val="287DFA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Open in Excel/Google Sheets on desktop immediately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B889"/>
                </a:solidFill>
              </a:rPr>
              <a:t>🗒️  PDFKit — Building a PDF Report (iOS 11+)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Two ways to create PDFs on iOS: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5486400" cy="21031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73152" cy="210312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20"/>
                </a:solidFill>
              </a:rPr>
              <a:t>UIGraphicsPDFRenderer  ✅ Recommended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Draw into a CGContext — text, lines,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Works on iOS 10+ — no PDFKit import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Best for custom-designed report pages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611880"/>
            <a:ext cx="5486400" cy="21031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3611880"/>
            <a:ext cx="73152" cy="21031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033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7DFA"/>
                </a:solidFill>
              </a:rPr>
              <a:t>PDFDocument + PDFPage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1480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Compose pages from UIView snapshots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7200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Better for existing SwiftUI views → 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02920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Requires PDFKit (iOS 11+) import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868680"/>
            <a:ext cx="5852160" cy="45262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1005839"/>
            <a:ext cx="5522976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// Reports/PDFGenerator.swift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import PDFKit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struct PDFGenerator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static func makeReportPDF(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title: String,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rows: [(String, String)]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) -&gt; Data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let pageRect = CGRect(x: 0, y: 0,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              width: 595, height: 842)  // A4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let renderer = UIGraphicsPDFRenderer(bounds: pageRect)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return renderer.pdfData { ctx in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ctx.beginPage()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drawTitle(title, in: pageRect)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drawTable(rows, in: pageRect)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8521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BB"/>
                </a:solidFill>
              </a:rPr>
              <a:t>A4 = 595 × 842 pt (72 dpi).  US Letter = 612 × 792 pt.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1672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9C8"/>
                </a:solidFill>
              </a:rPr>
              <a:t>🖊️  Drawing Text &amp; Tables into a PDF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6949440" cy="55778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005839"/>
            <a:ext cx="6620255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C9C8"/>
                </a:solidFill>
                <a:latin typeface="Courier New"/>
              </a:rPr>
              <a:t>// Draw a title at the top of the page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private static func drawTitle(_ title: String,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      in rect: CGRect)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let attrs: [NSAttributedString.Key: Any] = [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.font: UIFont.boldSystemFont(ofSize: 22),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.foregroundColor: UIColor.black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]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title.draw(at: CGPoint(x: 40, y: 40), withAttributes: attrs)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// Draw a two-column table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private static func drawTable(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_ rows: [(String, String)], in rect: CGRect)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let rowH: CGFloat = 24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var y: CGFloat = 90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let labelAttrs: [NSAttributedString.Key: Any] = [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.font: UIFont.systemFont(ofSize: 13),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.foregroundColor: UIColor.darkGray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]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let valueAttrs: [NSAttributedString.Key: Any] = [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.font: UIFont.boldSystemFont(ofSize: 13),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.foregroundColor: UIColor.black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]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for (label, value) in rows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label.draw(at: CGPoint(x: 40, y: y),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withAttributes: labelAttrs)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value.draw(at: CGPoint(x: 300, y: y),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withAttributes: valueAttrs)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y += rowH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Output Preview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298448"/>
            <a:ext cx="45720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463039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Farm Monthly Report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892807"/>
            <a:ext cx="4297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43800" y="2048255"/>
            <a:ext cx="429768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21396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ខែ: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21396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ឧសភា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43800" y="2615184"/>
            <a:ext cx="4297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27066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ចំណូលសរុប: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27066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$1,850.00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43800" y="3182111"/>
            <a:ext cx="429768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3273551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ចំណាយសរុប: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327355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$1,120.00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3800" y="3749039"/>
            <a:ext cx="4297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38404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ចំណេញ: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38404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B889"/>
                </a:solidFill>
              </a:rPr>
              <a:t>$730.00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3800" y="4315968"/>
            <a:ext cx="429768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440740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ប្រតិបត្តិការ: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44074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24 entries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1672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8E44AD"/>
                </a:solidFill>
              </a:rPr>
              <a:t>📤  UIActivityViewController — Sharing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6492240" cy="55778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005839"/>
            <a:ext cx="6163055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// Sharing a file URL (CSV or PDF)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func shareFile(url: URL)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let avc = UIActivityViewController(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activityItems: [url],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applicationActivities: nil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// iPad needs a popover source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if let popover = avc.popoverPresentationController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popover.sourceView = UIApplication.shared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.windows.first?.rootViewController?.view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popover.sourceRect = CGRect(x: 0, y: 0,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                    width: 1, height: 1)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UIApplication.shared.windows.first?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.rootViewController?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.present(avc, animated: true)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// Share raw Data (PDF bytes) directly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func sharePDFData(_ data: Data, filename: String)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let url = FileManager.default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.temporaryDirectory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.appendingPathComponent(filename + ".pdf")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try? data.write(to: url)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shareFile(url: url)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914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What Farmers See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32588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8E44AD"/>
                </a:solidFill>
              </a:rPr>
              <a:t>• </a:t>
            </a:r>
            <a:r>
              <a:rPr sz="1250">
                <a:solidFill>
                  <a:srgbClr val="FFFFFF"/>
                </a:solidFill>
              </a:rPr>
              <a:t>Share sheet slides up automatically</a:t>
            </a:r>
          </a:p>
          <a:p>
            <a:pPr algn="l"/>
            <a:r>
              <a:rPr sz="1250">
                <a:solidFill>
                  <a:srgbClr val="8E44AD"/>
                </a:solidFill>
              </a:rPr>
              <a:t>• </a:t>
            </a:r>
            <a:r>
              <a:rPr sz="1250">
                <a:solidFill>
                  <a:srgbClr val="FFFFFF"/>
                </a:solidFill>
              </a:rPr>
              <a:t>AirDrop → send to laptop instantly</a:t>
            </a:r>
          </a:p>
          <a:p>
            <a:pPr algn="l"/>
            <a:r>
              <a:rPr sz="1250">
                <a:solidFill>
                  <a:srgbClr val="8E44AD"/>
                </a:solidFill>
              </a:rPr>
              <a:t>• </a:t>
            </a:r>
            <a:r>
              <a:rPr sz="1250">
                <a:solidFill>
                  <a:srgbClr val="FFFFFF"/>
                </a:solidFill>
              </a:rPr>
              <a:t>Mail → attach to email for agronomist</a:t>
            </a:r>
          </a:p>
          <a:p>
            <a:pPr algn="l"/>
            <a:r>
              <a:rPr sz="1250">
                <a:solidFill>
                  <a:srgbClr val="8E44AD"/>
                </a:solidFill>
              </a:rPr>
              <a:t>• </a:t>
            </a:r>
            <a:r>
              <a:rPr sz="1250">
                <a:solidFill>
                  <a:srgbClr val="FFFFFF"/>
                </a:solidFill>
              </a:rPr>
              <a:t>Files app → save to iCloud / local</a:t>
            </a:r>
          </a:p>
          <a:p>
            <a:pPr algn="l"/>
            <a:r>
              <a:rPr sz="1250">
                <a:solidFill>
                  <a:srgbClr val="8E44AD"/>
                </a:solidFill>
              </a:rPr>
              <a:t>• </a:t>
            </a:r>
            <a:r>
              <a:rPr sz="1250">
                <a:solidFill>
                  <a:srgbClr val="FFFFFF"/>
                </a:solidFill>
              </a:rPr>
              <a:t>WhatsApp / Telegram (if installed)</a:t>
            </a:r>
          </a:p>
          <a:p>
            <a:pPr algn="l"/>
            <a:r>
              <a:rPr sz="1250">
                <a:solidFill>
                  <a:srgbClr val="8E44AD"/>
                </a:solidFill>
              </a:rPr>
              <a:t>• </a:t>
            </a:r>
            <a:r>
              <a:rPr sz="1250">
                <a:solidFill>
                  <a:srgbClr val="FFFFFF"/>
                </a:solidFill>
              </a:rPr>
              <a:t>Print → AirPrint-enabled printers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4343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SwiftUI Bridge (iOS 13+):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4709160"/>
            <a:ext cx="5074920" cy="17830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8312" y="4846320"/>
            <a:ext cx="4745736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C9C8"/>
                </a:solidFill>
                <a:latin typeface="Courier New"/>
              </a:rPr>
              <a:t>struct ShareSheet: UIViewControllerRepresentable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let items: [Any]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func makeUIViewController(context: Context)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-&gt; UIActivityViewController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UIActivityViewController(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activityItems: items,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applicationActivities: nil)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func updateUIViewController(_ vc: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UIActivityViewController, context: Context) {}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D700"/>
                </a:solidFill>
              </a:rPr>
              <a:t>🌾  ReportTabView — End-to-End Farmer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6949440" cy="55778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005839"/>
            <a:ext cx="6620255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C9C8"/>
                </a:solidFill>
                <a:latin typeface="Courier New"/>
              </a:rPr>
              <a:t>struct ReportTabView: View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@FetchRequest(entity: Transaction.entity(),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sortDescriptors: [NSSortDescriptor(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keyPath: \Transaction.date, ascending: false)])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private var transactions: FetchedResults&lt;Transaction&gt;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@StateObject private var vm = ReportViewModel()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@State private var showShare   = false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@State private var shareItems: [Any] = []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@State private var isExporting = false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var body: some View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NavigationView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ScrollView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VStack(spacing: 20)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MonthPickerView(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selectedMonth: $vm.selectedMonth,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canGoNext: vm.canGoToNextMonth,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onPrevious: vm.goToPreviousMonth,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onNext: vm.goToNextMonth)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FarmCard(title: "ចំណូល / ចំណាយ ប្រចាំខែ",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     icon: "chart.bar.fill",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     iconColor: .orange)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BarChartView(entries: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    Array(monthlyReports.suffix(6)))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    .frame(height: 200)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SummaryCardView(report: selectedReport)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exportButtons   // PrimaryButton CSV + PDF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.navigationTitle("របាយការណ៍")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.sheet(isPresented: $showShare)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ShareSheet(items: shareItems)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.loadingOverlay(isLoading: isExporting)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325880"/>
            <a:ext cx="4572000" cy="8046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0" y="1325880"/>
            <a:ext cx="73152" cy="804672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71231" y="1380744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620"/>
                </a:solidFill>
              </a:rPr>
              <a:t>1. Select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1231" y="170992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MonthPickerView ‹/› → vm.selectedMonth → SummaryCardView updates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221991"/>
            <a:ext cx="4572000" cy="8046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2221991"/>
            <a:ext cx="73152" cy="804672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227685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7DFA"/>
                </a:solidFill>
              </a:rPr>
              <a:t>2. View Chart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1231" y="2606039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BarChartView shows suffix(6) months; empty state if no transactions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3118104"/>
            <a:ext cx="4572000" cy="8046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0" y="3118104"/>
            <a:ext cx="73152" cy="804672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71231" y="3172968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B889"/>
                </a:solidFill>
              </a:rPr>
              <a:t>3. Tap CSV / 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1" y="350215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PrimaryButton triggers exportCSV() / exportPDF() — background thread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4014215"/>
            <a:ext cx="4572000" cy="8046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4014215"/>
            <a:ext cx="73152" cy="8046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71231" y="4069079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4. Build &amp; Write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1" y="439826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CSVExporter/PDFGenerator → PDFGenerator.writeTempFile → URL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4910328"/>
            <a:ext cx="4572000" cy="8046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4910328"/>
            <a:ext cx="73152" cy="804672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71231" y="4965192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C8"/>
                </a:solidFill>
              </a:rPr>
              <a:t>5. Share Sheet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1231" y="529437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ShareSheet(items: [url]) wraps UIActivityViewController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5806440"/>
            <a:ext cx="4572000" cy="8046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06640" y="5806440"/>
            <a:ext cx="73152" cy="8046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71231" y="5861304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6. Farmer Shares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71231" y="619048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AirDrop / WhatsApp / Mail / Files / Print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1672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9C8"/>
                </a:solidFill>
              </a:rPr>
              <a:t>🧠  ReportViewModel &amp; MonthlyReport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6949440" cy="55778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005839"/>
            <a:ext cx="6620255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C9C8"/>
                </a:solidFill>
                <a:latin typeface="Courier New"/>
              </a:rPr>
              <a:t>// Reports/Models/MonthlyReport.swift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struct MonthlyReport: Identifiable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let id = UUID()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let month: Date; let income: Double; let expense: Double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var profit: Double { income - expense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var monthLabel: String { /* MMM */ ...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var monthYearLabel: String { /* MMMM yyyy */ ...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// Reports/ViewModels/ReportViewModel.swift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class ReportViewModel: ObservableObject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// Canonical month start — avoids boundary mismatches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@Published var selectedMonth: Date =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Calendar.current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.dateInterval(of: .month, for: Date())!.start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}()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func buildMonthlyReports(_ txns: [Transaction]) -&gt; [MonthlyReport]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let cal = Calendar.current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let grouped = Dictionary(grouping: txns)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cal.dateInterval(of: .month, for: $0.date ?? Date())!.start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return grouped.map { month, txns in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MonthlyReport(month: month,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income:  txns.filter { $0.isIncome }.map(\.amount).reduce(0,+),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expense: txns.filter { $0.isExpense }.map(\.amount).reduce(0,+))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}.sorted { $0.month &lt; $1.month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func selectedReport(from r: [MonthlyReport]) -&gt; MonthlyReport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r.first { Calendar.current.isDate($0.month,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equalTo: selectedMonth, toGranularity: .month)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?? MonthlyReport(month: selectedMonth, income: 0, expense: 0)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func goToPreviousMonth() { selectedMonth =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Calendar.current.date(byAdding: .month, value: -1, to: selectedMonth)!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var canGoToNextMonth: Bool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Calendar.current.date(byAdding: .month, value:1, to: selectedMonth)! &lt;= Date()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// summaryRows uses Double.formattedCurrency from Formatters.swift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Key Design Choices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298448"/>
            <a:ext cx="4572000" cy="11887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0" y="1298448"/>
            <a:ext cx="73152" cy="11887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71231" y="138988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B889"/>
                </a:solidFill>
              </a:rPr>
              <a:t>Month start not Date()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1231" y="1773936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dateInterval(of:for:).start avoids off-by-one near midnight / month boundary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624328"/>
            <a:ext cx="4572000" cy="11887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2624328"/>
            <a:ext cx="73152" cy="118872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271576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20"/>
                </a:solidFill>
              </a:rPr>
              <a:t>$0.isExpense not !$0.isIncome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1231" y="3099816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Transaction has both computed properties — explicit is clearer and safer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3950208"/>
            <a:ext cx="4572000" cy="11887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0" y="3950208"/>
            <a:ext cx="73152" cy="11887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71231" y="404164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7DFA"/>
                </a:solidFill>
              </a:rPr>
              <a:t>selectedReport returns zero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1" y="4425696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Chart &amp; summary never crash on an empty month — $0.00 displays gracefully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276088"/>
            <a:ext cx="4572000" cy="11887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276088"/>
            <a:ext cx="73152" cy="118872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71231" y="5367527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C8"/>
                </a:solidFill>
              </a:rPr>
              <a:t>canGoToNextMonth guard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1" y="5751575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Prevents navigating into the future where no data will ever exist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D700"/>
                </a:solidFill>
              </a:rPr>
              <a:t>⚠️  iOS API Rules — Week 10 Quick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70432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950976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C8"/>
                </a:solidFill>
              </a:rPr>
              <a:t>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59" y="950976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C8"/>
                </a:solidFill>
              </a:rPr>
              <a:t>❌ Wrong (newer API)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9" y="95097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C8"/>
                </a:solidFill>
              </a:rPr>
              <a:t>✅ Correct (iOS 13+)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35024"/>
            <a:ext cx="11704320" cy="84124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444752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Bar 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1444752"/>
            <a:ext cx="3749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4747"/>
                </a:solidFill>
              </a:rPr>
              <a:t>Swift Charts (iOS 16+)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1444752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B889"/>
                </a:solidFill>
              </a:rPr>
              <a:t>GeometryReader + BarShape: Shape (iOS 13+)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31136"/>
            <a:ext cx="11704320" cy="8412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340864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Date grouping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2340864"/>
            <a:ext cx="3749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4747"/>
                </a:solidFill>
              </a:rPr>
              <a:t>dateComponents(_:from:to:) careless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2340864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B889"/>
                </a:solidFill>
              </a:rPr>
              <a:t>Calendar.dateInterval(of: .month, for:)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127248"/>
            <a:ext cx="11704320" cy="84124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236976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File sharing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59" y="3236976"/>
            <a:ext cx="3749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4747"/>
                </a:solidFill>
              </a:rPr>
              <a:t>ShareLink (iOS 16+)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3236976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B889"/>
                </a:solidFill>
              </a:rPr>
              <a:t>UIActivityViewController wrapped in UIViewControllerRepresentable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023360"/>
            <a:ext cx="11704320" cy="8412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133088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Photo in 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59" y="4133088"/>
            <a:ext cx="3749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4747"/>
                </a:solidFill>
              </a:rPr>
              <a:t>UIGraphicsImageRenderer (fine, but check bounds)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4133088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B889"/>
                </a:solidFill>
              </a:rPr>
              <a:t>UIImage.draw(in:) inside UIGraphicsPDFRenderer context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919472"/>
            <a:ext cx="11704320" cy="84124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502920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Navigation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59" y="5029200"/>
            <a:ext cx="3749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4747"/>
                </a:solidFill>
              </a:rPr>
              <a:t>NavigationStack (iOS 16+)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502920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B889"/>
                </a:solidFill>
              </a:rPr>
              <a:t>NavigationView (existing convention)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815584"/>
            <a:ext cx="11704320" cy="8412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5925312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PDF from SwiftUI 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59" y="5925312"/>
            <a:ext cx="3749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4747"/>
                </a:solidFill>
              </a:rPr>
              <a:t>ImageRenderer (iOS 16+)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9" y="5925312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B889"/>
                </a:solidFill>
              </a:rPr>
              <a:t>UIGraphicsPDFRenderer + Core Text / NSString.draw(at:)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1672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B889"/>
                </a:solidFill>
              </a:rPr>
              <a:t>🎯  Summary &amp;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Week 10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5760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BB889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Reports/Models/MonthlyReport.swift — data model</a:t>
            </a:r>
          </a:p>
          <a:p>
            <a:pPr algn="l"/>
            <a:r>
              <a:rPr sz="1200">
                <a:solidFill>
                  <a:srgbClr val="1BB889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Reports/ViewModels/ReportViewModel.swift — grouping + P&amp;L</a:t>
            </a:r>
          </a:p>
          <a:p>
            <a:pPr algn="l"/>
            <a:r>
              <a:rPr sz="1200">
                <a:solidFill>
                  <a:srgbClr val="1BB889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Reports/Services/CSVExporter.swift — CSV generation + temp file</a:t>
            </a:r>
          </a:p>
          <a:p>
            <a:pPr algn="l"/>
            <a:r>
              <a:rPr sz="1200">
                <a:solidFill>
                  <a:srgbClr val="1BB889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Reports/Services/PDFGenerator.swift — UIGraphicsPDFRenderer report</a:t>
            </a:r>
          </a:p>
          <a:p>
            <a:pPr algn="l"/>
            <a:r>
              <a:rPr sz="1200">
                <a:solidFill>
                  <a:srgbClr val="1BB889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Reports/Views/BarChartView.swift — GeometryReader + BarShape</a:t>
            </a:r>
          </a:p>
          <a:p>
            <a:pPr algn="l"/>
            <a:r>
              <a:rPr sz="1200">
                <a:solidFill>
                  <a:srgbClr val="1BB889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Reports/Views/ReportTabView.swift — combined UI + share flow</a:t>
            </a:r>
          </a:p>
          <a:p>
            <a:pPr algn="l"/>
            <a:r>
              <a:rPr sz="1200">
                <a:solidFill>
                  <a:srgbClr val="1BB889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Shared/ShareSheet.swift — UIViewControllerRepresentable wrapper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9144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Coming Up — Week 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287DFA"/>
                </a:solidFill>
              </a:rPr>
              <a:t>• </a:t>
            </a:r>
            <a:r>
              <a:rPr sz="1250">
                <a:solidFill>
                  <a:srgbClr val="FFFFFF"/>
                </a:solidFill>
              </a:rPr>
              <a:t>CloudKit sync — share farm data across devices</a:t>
            </a:r>
          </a:p>
          <a:p>
            <a:pPr algn="l"/>
            <a:r>
              <a:rPr sz="1250">
                <a:solidFill>
                  <a:srgbClr val="287DFA"/>
                </a:solidFill>
              </a:rPr>
              <a:t>• </a:t>
            </a:r>
            <a:r>
              <a:rPr sz="1250">
                <a:solidFill>
                  <a:srgbClr val="FFFFFF"/>
                </a:solidFill>
              </a:rPr>
              <a:t>WidgetKit — farm summary on the Home Screen</a:t>
            </a:r>
          </a:p>
          <a:p>
            <a:pPr algn="l"/>
            <a:r>
              <a:rPr sz="1250">
                <a:solidFill>
                  <a:srgbClr val="287DFA"/>
                </a:solidFill>
              </a:rPr>
              <a:t>• </a:t>
            </a:r>
            <a:r>
              <a:rPr sz="1250">
                <a:solidFill>
                  <a:srgbClr val="FFFFFF"/>
                </a:solidFill>
              </a:rPr>
              <a:t>App Store submission checklist</a:t>
            </a:r>
          </a:p>
          <a:p>
            <a:pPr algn="l"/>
            <a:r>
              <a:rPr sz="1250">
                <a:solidFill>
                  <a:srgbClr val="287DFA"/>
                </a:solidFill>
              </a:rPr>
              <a:t>• </a:t>
            </a:r>
            <a:r>
              <a:rPr sz="1250">
                <a:solidFill>
                  <a:srgbClr val="FFFFFF"/>
                </a:solidFill>
              </a:rPr>
              <a:t>TestFlight internal distribution</a:t>
            </a:r>
          </a:p>
          <a:p>
            <a:pPr algn="l"/>
            <a:r>
              <a:rPr sz="1250">
                <a:solidFill>
                  <a:srgbClr val="287DFA"/>
                </a:solidFill>
              </a:rPr>
              <a:t>• </a:t>
            </a:r>
            <a:r>
              <a:rPr sz="1250">
                <a:solidFill>
                  <a:srgbClr val="FFFFFF"/>
                </a:solidFill>
              </a:rPr>
              <a:t>Performance profiling with Instruments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5349240"/>
            <a:ext cx="11658600" cy="114300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3949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💡  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74243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A farmer who can export their own P&amp;L report and share it in WhatsApp trusts the app. CSV + PDF + UIActivityViewController — three tools, one tap, maximum farmer value.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