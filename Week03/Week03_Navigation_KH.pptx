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03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87DFA"/>
                </a:solidFill>
              </a:rPr>
              <a:t>ការរុករក &amp; ភ្ជាប់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Navigation &amp; Tab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</a:rPr>
              <a:t>iOS 13+  ·  NavigationView  ·  NavigationLink  ·  Coordinator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9601200" cy="36576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NavigationView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NavigationLink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List→Detail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Coordinator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Programmatic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Deep 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📋  មាតិកា Week 03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NavigationView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container សម្រាប់ push navigation · iOS 13+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NavigationLink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List → Detail · tap-to-push pattern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NavigationCoordinator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ObservableObject · centralize nav 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tag/selection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programmatic navigation · @Binding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Deep Link Simulation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jump to screen from outside the tab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Mini-Project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Navigation ពេញ + deep link demo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🗺️  NavigationView · Container សម្រាប់ Push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NavigationView = container ដែល wrap root view របស់ tab នីមួយៗ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Tab នីមួយៗ ត្រូវការ NavigationView ផ្ទាល់ខ្លួន — មិនចែករំលែក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.navigationTitle() — ដាក់ title ក្នុង navigation bar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iOS 16+ ប្រើ NavigationStack — ប៉ុន្តែ iOS 13+ ប្រើ NavigationView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657600"/>
            <a:ext cx="5760720" cy="31089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3794760"/>
            <a:ext cx="5431536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0C9C8"/>
                </a:solidFill>
                <a:latin typeface="Courier New"/>
              </a:rPr>
              <a:t>// ✅ iOS 13+ — NavigationView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struct FinanceTabView: View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    List { ...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        .navigationTitle("ហិរញ្ញវត្ថុ")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// ❌ iOS 16+ only — NavigationStack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struct FinanceTabView: View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NavigationStack { ...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⚠️  iOS 13+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417320"/>
            <a:ext cx="1828800" cy="43891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46304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417320"/>
            <a:ext cx="1645920" cy="438912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46304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❌ iOS 16+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1417320"/>
            <a:ext cx="1920240" cy="43891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77272" y="1463040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✅ iOS 13+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947672"/>
            <a:ext cx="1828800" cy="65836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205740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NavigationStack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947672"/>
            <a:ext cx="1645920" cy="65836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05740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4747"/>
                </a:solidFill>
              </a:rPr>
              <a:t>❌ iOS 16+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20" y="1947672"/>
            <a:ext cx="1920240" cy="65836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58984" y="20574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B889"/>
                </a:solidFill>
              </a:rPr>
              <a:t>✅ NavigationView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679191"/>
            <a:ext cx="1828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3" y="27889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NavigationPath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679191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278892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4747"/>
                </a:solidFill>
              </a:rPr>
              <a:t>❌ iOS 16+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20" y="2679191"/>
            <a:ext cx="192024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8984" y="27889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B889"/>
                </a:solidFill>
              </a:rPr>
              <a:t>✅ @State var selectedID: UUID?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410712"/>
            <a:ext cx="1828800" cy="65836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3" y="352044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.navigationDestination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3410712"/>
            <a:ext cx="1645920" cy="65836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352044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4747"/>
                </a:solidFill>
              </a:rPr>
              <a:t>❌ iOS 16+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3410712"/>
            <a:ext cx="1920240" cy="65836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8984" y="35204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B889"/>
                </a:solidFill>
              </a:rPr>
              <a:t>✅ NavigationLink(destination:)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142232"/>
            <a:ext cx="18288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425196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BB"/>
                </a:solidFill>
              </a:rPr>
              <a:t>@Environment(\.dismiss)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4142232"/>
            <a:ext cx="1645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425196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4747"/>
                </a:solidFill>
              </a:rPr>
              <a:t>❌ iOS 16+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4142232"/>
            <a:ext cx="192024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58984" y="425196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B889"/>
                </a:solidFill>
              </a:rPr>
              <a:t>✅ @Environment(\.presentationMode)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🔗  NavigationLink · Push a Detail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NavigationLink = wrapper ជុំវិញ row ដើម្បី push detail view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destination: — view ដែល push ទៅ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label: (trailing closure) — អ្វីដែល user ឃើញ និង tap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Back button ផ្ដល់ដោយ NavigationView ដោយស្វ័យប្រវត្តិ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Style A (tap-only): NavigationLink(destination:)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Style B (programmatic): NavigationLink(tag:selection:destination:)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343400"/>
            <a:ext cx="5760720" cy="2423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4480560"/>
            <a:ext cx="5431536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0C9C8"/>
                </a:solidFill>
                <a:latin typeface="Courier New"/>
              </a:rPr>
              <a:t>// Style A — tap only (simple)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NavigationLink(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destination: TransactionDetailView(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transaction: transaction)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)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TransactionRowView(transaction: transaction)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// Style B — programmatic (deep link ready)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NavigationLink(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destination: TransactionDetailView(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transaction: transaction),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tag: transaction.id ?? UUID(),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selection: $coordinator.selectedTransactionID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)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TransactionRowView(transaction: transaction)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7150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Style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Simple · tap-to-push
ប្រើ list ធម្មតា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23160"/>
            <a:ext cx="57150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42316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Style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92608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Programmatic · tag/selection
ប្រើ deep link / notification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7150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destination: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34340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View ដែល push
ទទួល data ពី parent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257800"/>
            <a:ext cx="57150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5349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label: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576072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Row ដែល user tap
row view ឬ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📋  List → Detail Pattern · រចនាបទ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List — បង្ហាញ records ទាំងអស់ · browse + delete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Detail — បង្ហាញ record តែមួយ · មាន Edit button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Edit sheet — sheet សម្រាប់ modify record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TransactionDetailView ទទួល Transaction object ពី list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Edit sheet បើក ពី detail view ដោយ .sheet(isPresented:)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840480"/>
            <a:ext cx="5760720" cy="2971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3977640"/>
            <a:ext cx="5431536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struct TransactionDetailView: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@EnvironmentObject private var viewModel: FarmViewModel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@Environment(\.managedObjectContext) private var ctx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let transaction: Transaction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showingEdit = false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Form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Section(header: Text("ចំនួនទឹកប្រាក់"))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Text(viewModel.formatCurrency(transaction.amount))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.foregroundColor(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transaction.isExpense ? .red : .green)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Section(header: Text("ប្រភេទ"))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HStack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Text("ប្រភេទ").foregroundColor(.gray)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Spacer()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Text(transaction.isExpense ? "ចំណាយ" : "ចំណូល")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.navigationTitle("ព័ត៌មានប្រតិបត្តិការ")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.navigationBarItems(trailing: Button("កែប្រែ")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showingEdit = true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.sheet(isPresented: $showingEdit)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EditTransactionView(transaction: transaction)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.environment(\.managedObjectContext, ctx)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.environmentObject(viewModel)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Navigation Stack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57784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10972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FinanceTabView (list)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29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root screen · ForEach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97480"/>
            <a:ext cx="557784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97480"/>
            <a:ext cx="73152" cy="10972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  └── NavigationLink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2644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tap row → push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57784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73152" cy="10972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      └── TransactionDetailView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498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detail · Edit button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166360"/>
            <a:ext cx="557784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5166360"/>
            <a:ext cx="73152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5257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            └── EditTransactionView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57332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sheet · modify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🎯  NavigationCoordinator · Single Source of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❌ Without coordinator — nav state scattered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struct FinanceTabView: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@State private var selectedTransaction: Transaction?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@State private var showingAdd = false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Hard to trigger from outside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✅ With coordinator — centralized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class FinanceCoordinator: ObservableObject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nil = list shown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// UUID = NavigationLink activates → detail pushed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@Published var selectedTransactionID: UUID? = nil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navigate(to transaction: Transaction)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selectedTransactionID = transaction.id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reset()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selectedTransactionID = nil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nav state ខ្ចាត់ខ្ចាយ
hard to trigger from outside
❌ notification/deep link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42316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42316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92608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ObservableObject class
selectedTransactionID: UUID?
✅ one source of truth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navigate(to:)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343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set selectedTransactionID
→ NavigationLink activates
→ detail pushes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25780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5349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reset()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576072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set selectedTransactionID = nil
→ pop back to list
→ any caller can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🔌  Wiring Coordinator · @StateObject vs @EnvironmentObject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// Step 1 — Create in MainTabView (root owner)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struct MainTabView: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@StateObject private var viewModel: FarmViewModel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← @StateObject: create &amp; own here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@StateObject private var financeCoordinator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= FinanceCoordinator()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selectedTab = 0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TabView(selection: $selectedTab)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FinanceTabView()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.tabItem { Label("ហិរញ្ញវត្ថុ",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systemImage: "dollarsign.circle")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.tag(0)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.environmentObject(viewModel)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// ← inject coordinator to all children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.environmentObject(financeCoordinator)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// Step 2 — Read in child view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struct FinanceTabView: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// ← @EnvironmentObject: read injected copy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@EnvironmentObject private var coordinator: FinanceCoordinator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FilteredTransactionList(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selectedTransactionID: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$coordinator.selectedTransactionID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7373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1155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@StateObject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600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creates + owns the object
Only ONE place per coordinator
→ MainTabView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2608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926080"/>
            <a:ext cx="73152" cy="1737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30358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@EnvironmentObject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5204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reads injected copy
All child views
→ FinanceTabView, etc.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84632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846320"/>
            <a:ext cx="73152" cy="173736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49560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.environmentObject()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4406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inject on TabView
all children receive it
must be present or CRASH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🔀  tag/selection · Programmatic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3200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0C9C8"/>
                </a:solidFill>
                <a:latin typeface="Courier New"/>
              </a:rPr>
              <a:t>// NavigationLink(tag:selection:) activates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// when the @Binding matches the tag value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ForEach(transactions, id: \.self) { transaction in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NavigationLink(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destination: TransactionDetailView(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    transaction: transaction),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tag: transaction.id ?? UUID(),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selection: $selectedTransactionID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)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TransactionRowView(transaction: transaction,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                   viewModel: viewModel)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343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selectedTransactionID value →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754880"/>
            <a:ext cx="2286000" cy="43891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4800600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selectedTransactionID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4754880"/>
            <a:ext cx="3474720" cy="43891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4800600"/>
            <a:ext cx="33649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285232"/>
            <a:ext cx="2286000" cy="5303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5285232"/>
            <a:ext cx="3474720" cy="5303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3766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</a:rPr>
              <a:t>nil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376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list shown · nothing pushed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852160"/>
            <a:ext cx="22860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585216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943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</a:rPr>
              <a:t>matches 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943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NavigationLink activates → detail pushed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419088"/>
            <a:ext cx="2286000" cy="5303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6419088"/>
            <a:ext cx="3474720" cy="5303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</a:rPr>
              <a:t>set by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6510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same effect → enables deep linking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00584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00584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tag: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15087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unique id for each link
= transaction.id
→ UUID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2316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42316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selection: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292608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@Binding&lt;UUID?&gt;
from coordinator
→ shared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4048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activates when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343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selection == tag
works from code too
→ deep link 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5780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5349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nil = reset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76072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set nil → pop back
coordinator.reset()
→ back to 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🔔  Deep Link Simulation · Jump from Outside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36576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0C9C8"/>
                </a:solidFill>
                <a:latin typeface="Courier New"/>
              </a:rPr>
              <a:t>// In MainTabView — deep link helper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func deepLink(to transactionID: UUID)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// 1. Switch to Finance tab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selectedTab = 0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// 2. Activate the NavigationLink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financeCoordinator.selectedTransactionID = transactionID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// Call from anywhere: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Button("Deep Link Demo")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if let first = transactions.first {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    deepLink(to: first.id ?? UUID())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Data Flow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166360"/>
            <a:ext cx="5943600" cy="1645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5303520"/>
            <a:ext cx="561441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MainTabView  (@StateObject financeCoordinator)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↓  .environmentObject(financeCoordinator)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FinanceTabView  (@EnvironmentObject coordinator)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↓  $coordinator.selectedTransactionID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NavigationLink(tag: uuid, selection: $selectedTransactionID)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↓  activates when selectedTransactionID == uuid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TransactionDetailView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0584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5087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selectedTab = 0
→ switch to Finance tab
→ tab becomes visible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92608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coordinator.selectedTransactionID = id
→ NavigationLink matches tag
→ detail view pushes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84048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3434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coordinator = @StateObject
changes flow to @EnvironmentObject
→ child updates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257800"/>
            <a:ext cx="553212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525780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5349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Real deep links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576072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URL → AppDelegate/SceneDelegate
→ call deepLink(to:)
→ same 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⚠️  Common Mistakes · ❌ vs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603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50292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005840"/>
            <a:ext cx="466344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051560"/>
            <a:ext cx="4526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Correct (iOS 13+)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NavigationView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00200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NavigationStack (iOS 16+)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00200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NavigationView (iOS 13+)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12848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Multiple NavViews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212848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0428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One shared NavigationView for all tabs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12848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30428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Each tab wraps own NavigationView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25496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9169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Sheet wrap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825496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91693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NavigationView { EditView() } in sheet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825496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916936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EditView() directly — no extra wrap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38144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52958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@StateObject child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38144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2958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@StateObject coordinator in FinanceTabView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438144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5295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@EnvironmentObject coordinator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50791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14223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Missing inject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050791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42231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Forgot .environmentObject(coordinator)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050791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14223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Add .environmentObject on TabView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63440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7548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Style A always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663440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754879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NavigationLink(destination:) for deep link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663440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754879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NavigationLink(tag:selection:) instead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🏠  Mini-Project · Navigation ពេញ + Deep Link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List → Detail navigation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TransactionDetailView (Form)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Edit button → EditTransactionView 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FinanceCoordinator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tag/selection NavigationLink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Deep Link Demo button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005840"/>
            <a:ext cx="3749039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Checklist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NavigationView wraps FinanceTabView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NavigationLink(tag:selection:)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FinanceCoordinator @StateObject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.environmentObject() on TabView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Detail shows: amount/type/category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Edit + save updates detail view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1005840"/>
            <a:ext cx="3749039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Grading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1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List → Detail navigation: 25%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Coordinator pattern: 25%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1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tag/selection programmatic: 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1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Detail view full fields: 15%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1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Edit from detail works: 15%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1351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Bonus: Deep Link Demo button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  Week 03 ចប់! — Navigation coordinator ready · Next: Finance Module Complete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📌  សង្ខេប Week 03 ·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🗺️ 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NavigationView {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NavigationLink(dest:)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NavigationLink(tag:sel:)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navigationTitle()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 Coordinator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class FC: ObservableObject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@Published selectedID: UUID?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func navigate(to:)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func reset()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005840"/>
            <a:ext cx="274320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🔌  Wiring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@StateObject in MainTabView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@EnvironmentObject in child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.environmentObject(fc)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$coordinator.selectedID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00584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Deep Link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selectedTab =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coordinator.selectedID = 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tag matches → push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nil → pop to 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🗺️  Coordinator = single source of truth · tag/selection = deep link ready!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