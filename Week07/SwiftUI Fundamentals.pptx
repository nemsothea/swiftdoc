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3"/>
    <p:sldId id="295" r:id="rId4"/>
    <p:sldId id="347" r:id="rId5"/>
    <p:sldId id="308" r:id="rId6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m path" initials="authorId_54098778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601"/>
    <p:restoredTop sz="94660"/>
  </p:normalViewPr>
  <p:slideViewPr>
    <p:cSldViewPr snapToGrid="0" showGuides="1">
      <p:cViewPr varScale="1">
        <p:scale>
          <a:sx n="70" d="100"/>
          <a:sy n="70" d="100"/>
        </p:scale>
        <p:origin x="-750" y="-108"/>
      </p:cViewPr>
      <p:guideLst>
        <p:guide orient="horz" pos="2160"/>
        <p:guide pos="3793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625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矩形 5"/>
          <p:cNvSpPr/>
          <p:nvPr/>
        </p:nvSpPr>
        <p:spPr>
          <a:xfrm flipH="1">
            <a:off x="0" y="2192338"/>
            <a:ext cx="6908800" cy="2162175"/>
          </a:xfrm>
          <a:custGeom>
            <a:avLst/>
            <a:gdLst>
              <a:gd name="connsiteX0" fmla="*/ 0 w 8485632"/>
              <a:gd name="connsiteY0" fmla="*/ 0 h 1490472"/>
              <a:gd name="connsiteX1" fmla="*/ 8485632 w 8485632"/>
              <a:gd name="connsiteY1" fmla="*/ 0 h 1490472"/>
              <a:gd name="connsiteX2" fmla="*/ 8485632 w 8485632"/>
              <a:gd name="connsiteY2" fmla="*/ 1490472 h 1490472"/>
              <a:gd name="connsiteX3" fmla="*/ 0 w 8485632"/>
              <a:gd name="connsiteY3" fmla="*/ 1490472 h 1490472"/>
              <a:gd name="connsiteX4" fmla="*/ 0 w 8485632"/>
              <a:gd name="connsiteY4" fmla="*/ 0 h 1490472"/>
              <a:gd name="connsiteX0-1" fmla="*/ 0 w 8485632"/>
              <a:gd name="connsiteY0-2" fmla="*/ 0 h 1490472"/>
              <a:gd name="connsiteX1-3" fmla="*/ 8485632 w 8485632"/>
              <a:gd name="connsiteY1-4" fmla="*/ 0 h 1490472"/>
              <a:gd name="connsiteX2-5" fmla="*/ 8485632 w 8485632"/>
              <a:gd name="connsiteY2-6" fmla="*/ 1490472 h 1490472"/>
              <a:gd name="connsiteX3-7" fmla="*/ 0 w 8485632"/>
              <a:gd name="connsiteY3-8" fmla="*/ 1490472 h 1490472"/>
              <a:gd name="connsiteX4-9" fmla="*/ 0 w 8485632"/>
              <a:gd name="connsiteY4-10" fmla="*/ 0 h 1490472"/>
              <a:gd name="connsiteX0-11" fmla="*/ 491744 w 8977376"/>
              <a:gd name="connsiteY0-12" fmla="*/ 0 h 1490472"/>
              <a:gd name="connsiteX1-13" fmla="*/ 8977376 w 8977376"/>
              <a:gd name="connsiteY1-14" fmla="*/ 0 h 1490472"/>
              <a:gd name="connsiteX2-15" fmla="*/ 8977376 w 8977376"/>
              <a:gd name="connsiteY2-16" fmla="*/ 1490472 h 1490472"/>
              <a:gd name="connsiteX3-17" fmla="*/ 491744 w 8977376"/>
              <a:gd name="connsiteY3-18" fmla="*/ 1490472 h 1490472"/>
              <a:gd name="connsiteX4-19" fmla="*/ 491744 w 8977376"/>
              <a:gd name="connsiteY4-20" fmla="*/ 0 h 1490472"/>
              <a:gd name="connsiteX0-21" fmla="*/ 617932 w 9103564"/>
              <a:gd name="connsiteY0-22" fmla="*/ 0 h 1490472"/>
              <a:gd name="connsiteX1-23" fmla="*/ 9103564 w 9103564"/>
              <a:gd name="connsiteY1-24" fmla="*/ 0 h 1490472"/>
              <a:gd name="connsiteX2-25" fmla="*/ 9103564 w 9103564"/>
              <a:gd name="connsiteY2-26" fmla="*/ 1490472 h 1490472"/>
              <a:gd name="connsiteX3-27" fmla="*/ 617932 w 9103564"/>
              <a:gd name="connsiteY3-28" fmla="*/ 1490472 h 1490472"/>
              <a:gd name="connsiteX4-29" fmla="*/ 617932 w 9103564"/>
              <a:gd name="connsiteY4-30" fmla="*/ 0 h 1490472"/>
              <a:gd name="connsiteX0-31" fmla="*/ 471887 w 8957519"/>
              <a:gd name="connsiteY0-32" fmla="*/ 0 h 1490472"/>
              <a:gd name="connsiteX1-33" fmla="*/ 8957519 w 8957519"/>
              <a:gd name="connsiteY1-34" fmla="*/ 0 h 1490472"/>
              <a:gd name="connsiteX2-35" fmla="*/ 8957519 w 8957519"/>
              <a:gd name="connsiteY2-36" fmla="*/ 1490472 h 1490472"/>
              <a:gd name="connsiteX3-37" fmla="*/ 471887 w 8957519"/>
              <a:gd name="connsiteY3-38" fmla="*/ 1490472 h 1490472"/>
              <a:gd name="connsiteX4-39" fmla="*/ 471887 w 8957519"/>
              <a:gd name="connsiteY4-40" fmla="*/ 0 h 1490472"/>
              <a:gd name="connsiteX0-41" fmla="*/ 542128 w 9027760"/>
              <a:gd name="connsiteY0-42" fmla="*/ 0 h 1490472"/>
              <a:gd name="connsiteX1-43" fmla="*/ 9027760 w 9027760"/>
              <a:gd name="connsiteY1-44" fmla="*/ 0 h 1490472"/>
              <a:gd name="connsiteX2-45" fmla="*/ 9027760 w 9027760"/>
              <a:gd name="connsiteY2-46" fmla="*/ 1490472 h 1490472"/>
              <a:gd name="connsiteX3-47" fmla="*/ 542128 w 9027760"/>
              <a:gd name="connsiteY3-48" fmla="*/ 1490472 h 1490472"/>
              <a:gd name="connsiteX4-49" fmla="*/ 542128 w 9027760"/>
              <a:gd name="connsiteY4-50" fmla="*/ 0 h 1490472"/>
              <a:gd name="connsiteX0-51" fmla="*/ 531634 w 9017266"/>
              <a:gd name="connsiteY0-52" fmla="*/ 0 h 1490472"/>
              <a:gd name="connsiteX1-53" fmla="*/ 9017266 w 9017266"/>
              <a:gd name="connsiteY1-54" fmla="*/ 0 h 1490472"/>
              <a:gd name="connsiteX2-55" fmla="*/ 9017266 w 9017266"/>
              <a:gd name="connsiteY2-56" fmla="*/ 1490472 h 1490472"/>
              <a:gd name="connsiteX3-57" fmla="*/ 531634 w 9017266"/>
              <a:gd name="connsiteY3-58" fmla="*/ 1490472 h 1490472"/>
              <a:gd name="connsiteX4-59" fmla="*/ 531634 w 9017266"/>
              <a:gd name="connsiteY4-60" fmla="*/ 0 h 14904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017266" h="1490472">
                <a:moveTo>
                  <a:pt x="531634" y="0"/>
                </a:moveTo>
                <a:lnTo>
                  <a:pt x="9017266" y="0"/>
                </a:lnTo>
                <a:lnTo>
                  <a:pt x="9017266" y="1490472"/>
                </a:lnTo>
                <a:lnTo>
                  <a:pt x="531634" y="1490472"/>
                </a:lnTo>
                <a:cubicBezTo>
                  <a:pt x="-199886" y="1432560"/>
                  <a:pt x="-154166" y="76200"/>
                  <a:pt x="531634" y="0"/>
                </a:cubicBezTo>
                <a:close/>
              </a:path>
            </a:pathLst>
          </a:cu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3" name="文本框 13"/>
          <p:cNvSpPr txBox="1"/>
          <p:nvPr/>
        </p:nvSpPr>
        <p:spPr>
          <a:xfrm>
            <a:off x="551180" y="2389505"/>
            <a:ext cx="918972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4400" b="1" dirty="0">
                <a:solidFill>
                  <a:srgbClr val="00B0F0"/>
                </a:solidFill>
                <a:latin typeface="Microsoft YaHei" pitchFamily="34" charset="-122"/>
                <a:ea typeface="Microsoft YaHei" pitchFamily="34" charset="-122"/>
              </a:rPr>
              <a:t>Week 7: SwiftUI Fundamentals</a:t>
            </a:r>
            <a:endParaRPr lang="en-US" altLang="en-US" sz="4400" b="1" dirty="0">
              <a:solidFill>
                <a:srgbClr val="00B0F0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5158" y="3263583"/>
            <a:ext cx="788860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5" name="文本框 15"/>
          <p:cNvSpPr txBox="1"/>
          <p:nvPr/>
        </p:nvSpPr>
        <p:spPr>
          <a:xfrm>
            <a:off x="588963" y="3400425"/>
            <a:ext cx="4481512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In the AI Era(Swift + SwiftUI)</a:t>
            </a:r>
            <a:endParaRPr lang="en-US" altLang="zh-CN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" name="文本框 15"/>
          <p:cNvSpPr txBox="1"/>
          <p:nvPr/>
        </p:nvSpPr>
        <p:spPr>
          <a:xfrm>
            <a:off x="7103428" y="5876925"/>
            <a:ext cx="4481512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en-US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Instructor : </a:t>
            </a:r>
            <a:r>
              <a:rPr lang="en-US" altLang="zh-CN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Mr. Nem Sothea</a:t>
            </a:r>
            <a:endParaRPr lang="en-US" altLang="zh-CN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3" name="文本框 15"/>
          <p:cNvSpPr txBox="1"/>
          <p:nvPr/>
        </p:nvSpPr>
        <p:spPr>
          <a:xfrm>
            <a:off x="8331200" y="6189980"/>
            <a:ext cx="3339465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 sz="1600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nemsothea13@gmail.com</a:t>
            </a:r>
            <a:endParaRPr lang="en-US" altLang="zh-CN" sz="1600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📋</a:t>
            </a:r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 Declarative vs. Imperative UI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89330" y="1328420"/>
            <a:ext cx="5577205" cy="503936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1" i="1">
                <a:solidFill>
                  <a:srgbClr val="F8FAFF"/>
                </a:solidFill>
                <a:latin typeface="quote-cjk-patch"/>
                <a:ea typeface="quote-cjk-patch"/>
              </a:rPr>
              <a:t>Imperative UI (UIKit)</a:t>
            </a: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: You tell the system how to achieve the result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Manual view hierarchy management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State changes require explicit updates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More control but more boilerplate code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Declarative UI (SwiftUI): You tell the system what you want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Automatic view hierarchy updates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State-driven UI updates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Less code, more maintainable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399530" y="1328420"/>
            <a:ext cx="5490210" cy="364299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i="1">
                <a:solidFill>
                  <a:srgbClr val="F8FAFF"/>
                </a:solidFill>
                <a:latin typeface="quote-cjk-patch"/>
                <a:ea typeface="quote-cjk-patch"/>
              </a:rPr>
              <a:t>Why SwiftUI Exists:</a:t>
            </a:r>
            <a:endParaRPr lang="en-US" altLang="en-US" sz="1600" b="1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Modern Apple platform development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Reactive programming paradigm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Live previews and hot reloading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Cross-platform (iOS, macOS, watchOS, tvOS)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742950" lvl="1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Built with Swift from the ground up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📋</a:t>
            </a:r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 SwiftUI — HStack VStack and ZStack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89330" y="1328420"/>
            <a:ext cx="5577205" cy="503936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1- VStack, a vertical stack, which shows views in a top-to-bottom list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2- HStack, a horizontal stack, which shows views in a left-to-right list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3- ZStack, a depth-based stack, which shows views in a back-to-front list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6812915" y="1778635"/>
            <a:ext cx="5112385" cy="187642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1016000" y="902970"/>
            <a:ext cx="60604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Questions?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16000" y="1488440"/>
            <a:ext cx="7903210" cy="97853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"/>
            </a:pPr>
            <a:r>
              <a:rPr lang="en-US" altLang="en-US" sz="1800">
                <a:solidFill>
                  <a:srgbClr val="FFFFFF"/>
                </a:solidFill>
              </a:rPr>
              <a:t>Next Week: </a:t>
            </a:r>
            <a:r>
              <a:rPr lang="en-US" altLang="en-US" sz="1800">
                <a:solidFill>
                  <a:srgbClr val="FF0000"/>
                </a:solidFill>
              </a:rPr>
              <a:t>Hello, SwiftUI! The Paradigm Shift~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353310" y="3994785"/>
            <a:ext cx="7670165" cy="3622675"/>
          </a:xfrm>
          <a:prstGeom prst="rect">
            <a:avLst/>
          </a:prstGeom>
        </p:spPr>
        <p:txBody>
          <a:bodyPr>
            <a:noAutofit/>
          </a:bodyPr>
          <a:p>
            <a:pPr marL="0" algn="ctr">
              <a:lnSpc>
                <a:spcPts val="286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</a:pPr>
            <a:r>
              <a:rPr lang="en-US" altLang="zh-CN" sz="9600" b="0" i="0">
                <a:solidFill>
                  <a:srgbClr val="F8FAFF"/>
                </a:solidFill>
                <a:latin typeface="quote-cjk-patch"/>
                <a:ea typeface="quote-cjk-patch"/>
              </a:rPr>
              <a:t>Thank you!</a:t>
            </a:r>
            <a:endParaRPr lang="en-US" altLang="zh-CN" sz="9600" b="0" i="0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</Words>
  <Application>WPS Presentation</Application>
  <PresentationFormat>自定义</PresentationFormat>
  <Paragraphs>38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Helvetica Neue</vt:lpstr>
      <vt:lpstr>宋体-简</vt:lpstr>
      <vt:lpstr>Calibri Light</vt:lpstr>
      <vt:lpstr>Microsoft YaHei</vt:lpstr>
      <vt:lpstr>汉仪旗黑</vt:lpstr>
      <vt:lpstr>Microsoft YaHei</vt:lpstr>
      <vt:lpstr>quote-cjk-patch</vt:lpstr>
      <vt:lpstr>Arial</vt:lpstr>
      <vt:lpstr>Microsoft YaHei</vt:lpstr>
      <vt:lpstr>Arial Unicode MS</vt:lpstr>
      <vt:lpstr>SimSun</vt:lpstr>
      <vt:lpstr>Menlo</vt:lpstr>
      <vt:lpstr>Wingdings</vt:lpstr>
      <vt:lpstr>Apple Color Emoji</vt:lpstr>
      <vt:lpstr>Thonburi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nem path</cp:lastModifiedBy>
  <cp:revision>810</cp:revision>
  <dcterms:created xsi:type="dcterms:W3CDTF">2025-12-19T09:07:00Z</dcterms:created>
  <dcterms:modified xsi:type="dcterms:W3CDTF">2025-12-19T09:07:00Z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1033-12.1.23143.23143</vt:lpwstr>
  </property>
  <property fmtid="{D5CDD505-2E9C-101B-9397-08002B2CF9AE}" pid="3" name="ICV">
    <vt:lpwstr>4652830370BA95541050AD68A735B2E2_41</vt:lpwstr>
  </property>
</Properties>
</file>