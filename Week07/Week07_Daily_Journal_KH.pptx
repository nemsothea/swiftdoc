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Week 07 · SmartFarmer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8E44AD"/>
                </a:solidFill>
              </a:rPr>
              <a:t>កំណត់ហេតុប្រចាំថ្ងៃ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Daily Journal · Project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06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AABB"/>
                </a:solidFill>
              </a:rPr>
              <a:t>iOS 13+  ·  CoreData  ·  Photos  ·  Weather  ·  UIKit Bridge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154680"/>
            <a:ext cx="9601200" cy="3657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Timeline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🌤️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Weather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Photos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UIKit Bridge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3337560"/>
            <a:ext cx="1737360" cy="914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33832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382219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Khmer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SmartFarmer Assistant · ភ្នំពេញ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📋  មាតិកា Week 07 ·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JournalEntry 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7 CoreData attributes + photoData: Data?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3533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2344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Timeline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783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reverse chronological list + date headers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73152" cy="1600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Weather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enum WeatherType + SF Symbols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834640"/>
            <a:ext cx="73152" cy="1600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1" y="31821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063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Photo Picker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6118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UIImagePickerController UIKit bridge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73152" cy="1600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Search &amp; 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text + weather filter combined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6344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1" y="5010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8920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Mini-Project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440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Journal ពេញ + photos + weather + 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🗂️  JournalEntry Entity · CoreData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2144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4864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698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2070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0698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12070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UUID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1155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Identifiable conformance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11521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691640"/>
            <a:ext cx="54864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7556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8928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7556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18928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Date?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8013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កាលបរិច្ឆេទ — sort descending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77440"/>
            <a:ext cx="1152144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377440"/>
            <a:ext cx="54864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24414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25786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24414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5786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4871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ខ្លឹមសារ — unlimited 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63240"/>
            <a:ext cx="11521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063240"/>
            <a:ext cx="54864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1272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" y="32644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weather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31272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3592" y="32644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1729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rawValue: sunny/rainy/cloudy/windy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3749039"/>
            <a:ext cx="1152144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749039"/>
            <a:ext cx="54864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38130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39502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photoData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29000" y="38130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93592" y="39502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Data?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77840" y="38587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Binary Data — allows external storage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434840"/>
            <a:ext cx="11521440" cy="5943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434840"/>
            <a:ext cx="54864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44988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46360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location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9000" y="44988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3592" y="46360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7840" y="45445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ទីកន្លែង optional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20640"/>
            <a:ext cx="11521440" cy="594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" y="5120640"/>
            <a:ext cx="54864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5184648"/>
            <a:ext cx="274320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5321808"/>
            <a:ext cx="241401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mood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5184648"/>
            <a:ext cx="201168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93592" y="5321808"/>
            <a:ext cx="168249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String?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5230368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optional — ស្ថានភាពអារម្មណ៍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51052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⚠️  photoData: Binary Data → check 'Allows External Storage' in Xcode (large images stored outside SQLite)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📖  Timeline UI · Reverse Chronological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E44AD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Sort @FetchRequest by date ascending: false → newest first</a:t>
            </a:r>
          </a:p>
          <a:p>
            <a:r>
              <a:rPr sz="1300" b="1">
                <a:solidFill>
                  <a:srgbClr val="8E44AD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Section headers: group by Calendar.current.startOfDay(for: entry.date)</a:t>
            </a:r>
          </a:p>
          <a:p>
            <a:r>
              <a:rPr sz="1300" b="1">
                <a:solidFill>
                  <a:srgbClr val="8E44AD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JournalRowView: date headline + weather icon + content preview (2 lines)</a:t>
            </a:r>
          </a:p>
          <a:p>
            <a:r>
              <a:rPr sz="1300" b="1">
                <a:solidFill>
                  <a:srgbClr val="8E44AD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NavigationLink → JournalDetailView — full content + photo</a:t>
            </a:r>
          </a:p>
          <a:p>
            <a:r>
              <a:rPr sz="1300" b="1">
                <a:solidFill>
                  <a:srgbClr val="8E44AD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Photo: if let data = entry.photoData { Image(uiImage: UIImage(data:)) }</a:t>
            </a:r>
          </a:p>
          <a:p>
            <a:r>
              <a:rPr sz="1300" b="1">
                <a:solidFill>
                  <a:srgbClr val="8E44AD"/>
                </a:solidFill>
              </a:rPr>
              <a:t>• </a:t>
            </a:r>
            <a:r>
              <a:rPr sz="1300">
                <a:solidFill>
                  <a:srgbClr val="FFFFFF"/>
                </a:solidFill>
              </a:rPr>
              <a:t>Empty state: if entries.isEmpty { Text("មិនទាន់មានកំណត់ហេតុ") }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4846320"/>
            <a:ext cx="5760720" cy="1874519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4983480"/>
            <a:ext cx="5431536" cy="1600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JournalTabView: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@FetchRequest(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entity: JournalEntry.entity(),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sortDescriptors: [NSSortDescriptor(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keyPath: \JournalEntry.date,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ascending: false)]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) var entries: FetchedResults&lt;JournalEntry&gt;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NavigationView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List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ForEach(entries, id: \.self) { entry in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NavigationLink(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destination: JournalDetailView(entry: entry))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JournalRowView(entry: entry)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.onDelete(perform: deleteEntries)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.navigationTitle("កំណត់ហេតុកសិកម្ម")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JournalRowView Preview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54864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1554480"/>
            <a:ext cx="5157216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JournalRowView: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entry: JournalEntry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VStack(alignment: .leading, spacing: 6)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HStack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if let date = entry.date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Text(date, style: .date)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.font(.headline)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Spacer()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// Weather icon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Text(weatherEmoji(entry.weather ?? ""))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if let content = entry.content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Text(content)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.font(.subheadline)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.foregroundColor(.gray)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.lineLimit(2)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if entry.photoData != nil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Label("📷 មានរូបភាព", systemImage: "photo")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.font(.caption)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.foregroundColor(.blue)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🌤️  Weather System · Enum + SF Symbols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9436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56144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enum WeatherType: String, CaseIterable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case sunny  = "sunny"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case rainy  = "rainy"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case cloudy = "cloudy"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case windy  = "windy"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displayName: String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switch self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case .sunny:  return "☀️ ថ្ងៃរះ"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case .rainy:  return "🌧️ ភ្លៀង"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case .cloudy: return "⛅ ពពក"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case .windy:  return "💨 ខ្យល់"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sfSymbol: String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switch self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case .sunny:  return "sun.max.fill"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case .rainy:  return "cloud.rain.fill"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case .cloudy: return "cloud.fill"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case .windy:  return "wind"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// In AddJournalEntryView: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Picker("អាកាសធាតុ", selection: $weather)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ForEach(WeatherType.allCases, id: \.rawValue)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Label($0.displayName,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systemImage: $0.sfSymbol).tag($0.rawValue)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005840"/>
            <a:ext cx="54864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46520" y="100584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rawValue in CoreData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6832" y="150876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Store "sunny" string — not enum
→ CoreData = String attribute
→ easier migration later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2423160"/>
            <a:ext cx="54864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42316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CaseIterable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92608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ForEach(WeatherType.allCases)
→ Picker gets all options
automatically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840480"/>
            <a:ext cx="54864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384048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SF Symbols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434340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sun.max.fill, cloud.rain.fill
→ consistent Apple icons
→ always in iOS 13+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5257800"/>
            <a:ext cx="54864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525780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displayName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5760720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Khmer + emoji label
→ farmer-friendly UI
→ keep rawValue English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📷  Photo Picker · UIKit Bridge (iOS 13+)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58368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25449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// UIViewControllerRepresentable bridge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struct ImagePickerView: UIViewControllerRepresentable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@Binding var selectedImage: UIImage?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@Environment(\.presentationMode) var presentMode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makeUIViewController(context: Context)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-&gt; UIImagePickerController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let picker = UIImagePickerController()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picker.delegate = context.coordinator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picker.sourceType = .photoLibrary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return picker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updateUIViewController(_ uiVC: UIImagePickerController,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  context: Context) {}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makeCoordinator() -&gt; Coordinator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Coordinator(self)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class Coordinator: NSObject,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UIImagePickerControllerDelegate,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UINavigationControllerDelegate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let parent: ImagePickerView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init(_ p: ImagePickerView) { parent = p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func imagePickerController(_ picker: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UIImagePickerController,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didFinishPickingMediaWithInfo info: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[UIImagePickerController.InfoKey: Any])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if let img = info[.originalImage] as? UIImage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parent.selectedImage = img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parent.presentMode.wrappedValue.dismiss()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1005840"/>
            <a:ext cx="50292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03720" y="1005840"/>
            <a:ext cx="73152" cy="126187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4032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E44AD"/>
                </a:solidFill>
              </a:rPr>
              <a:t>3 Required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150876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makeUIViewController
updateUIViewController
makeCoordinator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2423160"/>
            <a:ext cx="50292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03720" y="2423160"/>
            <a:ext cx="73152" cy="1261872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4032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620"/>
                </a:solidFill>
              </a:rPr>
              <a:t>Coordinator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2608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NSObject subclass
implements UIKit delegates
bridges back to SwiftUI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3840480"/>
            <a:ext cx="50292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3840480"/>
            <a:ext cx="73152" cy="1261872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2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B889"/>
                </a:solidFill>
              </a:rPr>
              <a:t>Store as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434340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selectedImage → jpegData(0.8)
→ entry.photoData: Data?
→ CoreData stores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5257800"/>
            <a:ext cx="5029200" cy="1261872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5257800"/>
            <a:ext cx="73152" cy="1261872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2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87DFA"/>
                </a:solidFill>
              </a:rPr>
              <a:t>iOS 13+ 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576072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UIImagePickerController
= iOS 2+
❌ PHPickerViewController (iOS 14+)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🔍  Search &amp; Filter · Text + Weather Combined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8580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5288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struct JournalTabView: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searchText   = ""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filterWeather = ""  // "" = all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displayedEntries: [JournalEntry]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entries.filter { entry in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let matchText = searchText.isEmpty ||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(entry.content ?? "")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.localizedCaseInsensitiveContains(searchText)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let matchWeather = filterWeather.isEmpty ||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entry.weather == filterWeather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return matchText &amp;&amp; matchWeather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NavigationView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VStack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// Search TextField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TextField("ស្វែងរក...", text: $searchText)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.padding(8)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.background(Color(.systemGray6))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.cornerRadius(10)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.padding(.horizontal)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// Weather filter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ScrollView(.horizontal)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HStack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WeatherFilterChip(label: "ទាំងអស់",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isSelected: filterWeather.isEmpty,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action: { filterWeather = "" })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ForEach(WeatherType.allCases,id: \.rawValue){w in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WeatherFilterChip(label: w.displayName,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    isSelected: filterWeather==w.rawValue,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    action: { filterWeather=w.rawValue })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466344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73152" cy="1737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1155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Combined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6002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searchText &amp;&amp; filterWeather
→ both conditions must 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926080"/>
            <a:ext cx="466344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926080"/>
            <a:ext cx="73152" cy="1737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30358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Weather chips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5204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ScrollView(.horizontal)
→ filter buttons 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4846320"/>
            <a:ext cx="466344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4846320"/>
            <a:ext cx="73152" cy="173736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495604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localizedCaseInsensitiveContains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54406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ស្វែងរក Khmer + English
case-insensitive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⚠️  Common Mistakes · ❌ vs ✅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5603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5156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005840"/>
            <a:ext cx="4114800" cy="50292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0515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❌  Wrong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005840"/>
            <a:ext cx="466344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051560"/>
            <a:ext cx="4526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Correct (iOS 13+)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916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UIKit bridge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600200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691640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UIViewControllerRepresentable missing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600200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691640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Implement all 3: make/update/makeCoordinator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212848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23042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Photo storage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2212848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2304288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UIImage stored directly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212848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304288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Convert: jpegData(0.8) → Data → CoreData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25496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291693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PHPickerVC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825496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916936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PHPickerViewController (iOS 14+)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825496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2916936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UIImagePickerController (iOS 2+)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38144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352958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External storage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3438144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529584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photoData without external storage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3438144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529584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Check 'Allows External Storage' in model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050791"/>
            <a:ext cx="256032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4142231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Weather filter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4050791"/>
            <a:ext cx="411480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4142231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SwiftUI Picker vs custom chips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4050791"/>
            <a:ext cx="4663440" cy="56692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4142231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ScrollView HStack chips (better UX)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663440"/>
            <a:ext cx="25603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79" y="4754879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AABB"/>
                </a:solidFill>
              </a:rPr>
              <a:t>Search bar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4663440"/>
            <a:ext cx="411480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4754879"/>
            <a:ext cx="3977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4747"/>
                </a:solidFill>
              </a:rPr>
              <a:t>.searchable(text:) (iOS 15+)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4663440"/>
            <a:ext cx="466344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754879"/>
            <a:ext cx="4526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B889"/>
                </a:solidFill>
              </a:rPr>
              <a:t>Custom TextField in VStack (iOS 13+)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🔄  AddJournalEntryView · Complete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858000" cy="57150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" y="1143000"/>
            <a:ext cx="6528816" cy="5440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struct AddJournalEntryView: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@Environment(\.presentationMode) var pm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@Environment(\.managedObjectContext) private var ctx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content  = ""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weather  = WeatherType.sunny.rawValue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location = ""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date     = Date()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selectedImage: UIImage?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@State private var showPicker = false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NavigationView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Form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Section(header: Text("កាលបរិច្ឆេទ"))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DatePicker("", selection: $date,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displayedComponents: .date).labelsHidden()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Section(header: Text("អាកាសធាតុ"))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Picker("Weather", selection: $weather)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ForEach(WeatherType.allCases, id: \.rawValue)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Text($0.displayName).tag($0.rawValue)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Section(header: Text("ទីតាំង"))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TextField("ឧ. វាលស្រែ ១", text: $location)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Section(header: Text("មាតិកា"))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TextEditor(text: $content)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.frame(minHeight: 120)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Section(header: Text("រូបភាព"))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Button("ជ្រើសរូបភាព") { showPicker = true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if let img = selectedImage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Image(uiImage: img).resizable()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        .scaledToFit().frame(maxHeight: 200)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    .sheet(isPresented: $showPicker) { ImagePickerView(...)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005840"/>
            <a:ext cx="466344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005840"/>
            <a:ext cx="73152" cy="1737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11556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</a:rPr>
              <a:t>TextEditor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16368" y="16002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Multi-line text input
iOS 13+ ✅
(UITextView bridge)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926080"/>
            <a:ext cx="466344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0" y="2926080"/>
            <a:ext cx="73152" cy="173736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30358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Form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35204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Group: date, weather,
location, content, photo
→ clean 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4846320"/>
            <a:ext cx="466344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4846320"/>
            <a:ext cx="73152" cy="173736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495604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Sheet for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544068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@State showPicker = false
.sheet(isPresented:)
→ open ImagePickerView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🔄  Data Flow · JournalEntry Full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User taps + button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556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AddJournalEntryView opens as sheet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73152" cy="1600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0292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Fill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17556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date, weather, location, content, photo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834640"/>
            <a:ext cx="73152" cy="160020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Photo picked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35844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UIImagePickerController → UIImage → jpegData →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8346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834640"/>
            <a:ext cx="73152" cy="160020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200400"/>
            <a:ext cx="502920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68312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Tap Save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35844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JournalEntry(context:) → set all properties → saveContext()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663440"/>
            <a:ext cx="73152" cy="160020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@FetchRequest refreshes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54132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JournalTabView list updates automatically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663440"/>
            <a:ext cx="5577840" cy="1600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4663440"/>
            <a:ext cx="73152" cy="1600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029200"/>
            <a:ext cx="50292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029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8312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Tap row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5413248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NavigationLink → JournalDetailView — full content + photo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🏠  Mini-Project · Daily Journal ពេញ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49039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📋 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Timeline list — reverse chronological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 journal entry 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Weather picker (4 options + emoji)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Photo from library — stored as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Search by content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Filter by weather 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1005840"/>
            <a:ext cx="3749039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✅  Checklist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@FetchRequest sorted by date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WeatherType enum + displayName 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ImagePickerView UIKit bridge 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3484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3712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jpegData → photoData: Data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Search + weather filter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JournalDetailView shows photo 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19" y="1005840"/>
            <a:ext cx="3749039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19" y="1005840"/>
            <a:ext cx="3749039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7" y="10515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🎯  Grading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16002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1351" y="16916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Timeline UI: 20%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242316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31351" y="2514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CoreData CRUD: 20%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324612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31351" y="333756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Weather system: 15%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406908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1351" y="416052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Photo picker UIKit bridge: 25%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489204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1351" y="4983479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Search + filter: 20%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5715000"/>
            <a:ext cx="338328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1351" y="580644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Bonus: mood tracking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📖  Week 07 ចប់! — Journal with photos + weather ready · Next: Dashboard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E44AD"/>
                </a:solidFill>
              </a:rPr>
              <a:t>📌  សង្ខេប Week 07 ·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📖  Journal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JournalEntry 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date/content/weather/photo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reverse sort @FetchRequest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JournalDetailView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🌤️  Weather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WeatherType enum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rawValue: String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displayName: KH emoji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564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CaseIterable Picker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1005840"/>
            <a:ext cx="2743200" cy="502920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79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📷  Photos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79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UIViewControllerRepresentable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makeUIViewController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79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makeCoordinator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79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jpegData →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005840"/>
            <a:ext cx="27432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1005840"/>
            <a:ext cx="2743200" cy="502920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1051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🔍  Search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160020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16916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@State searchText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242316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00032" y="2514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@State filterWeather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324612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00032" y="333756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localizedCaseInsensitiveContains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4069080"/>
            <a:ext cx="2560320" cy="6583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416052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C9C8"/>
                </a:solidFill>
                <a:latin typeface="Courier New"/>
              </a:rPr>
              <a:t>ScrollView chips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📖  Journal = ការ record ជីវិត farmer! · Photos + weather = memory richer than text alone.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