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74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AABB"/>
                </a:solidFill>
              </a:rPr>
              <a:t>SmartFarmer Assistant · iOS SwiftUI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1BB889"/>
                </a:solidFill>
              </a:rPr>
              <a:t>Week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600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Dashboard Tab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260604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AAAABB"/>
                </a:solidFill>
              </a:rPr>
              <a:t>Aggregating data across Finance, Calendar &amp; Journal
into a single overview screen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931920"/>
            <a:ext cx="1920240" cy="457200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97763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💰  Finance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3931920"/>
            <a:ext cx="1920240" cy="4572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397763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📅  Calendar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3931920"/>
            <a:ext cx="1920240" cy="4572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97763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📖  Journal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3931920"/>
            <a:ext cx="1920240" cy="457200"/>
          </a:xfrm>
          <a:prstGeom prst="rect">
            <a:avLst/>
          </a:prstGeom>
          <a:solidFill>
            <a:srgbClr val="F3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397763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⚡  Quick Actions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B889"/>
                </a:solidFill>
              </a:rPr>
              <a:t>🎯  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900">
                <a:solidFill>
                  <a:srgbClr val="FFFFFF"/>
                </a:solidFill>
              </a:rPr>
              <a:t>• Fetch data from multiple Core Data entities in one view</a:t>
            </a:r>
          </a:p>
          <a:p>
            <a:pPr>
              <a:spcBef>
                <a:spcPts val="400"/>
              </a:spcBef>
            </a:pPr>
            <a:r>
              <a:rPr sz="1900">
                <a:solidFill>
                  <a:srgbClr val="FFFFFF"/>
                </a:solidFill>
              </a:rPr>
              <a:t>• Compute monthly profit/loss using pure ViewModel functions</a:t>
            </a:r>
          </a:p>
          <a:p>
            <a:pPr>
              <a:spcBef>
                <a:spcPts val="400"/>
              </a:spcBef>
            </a:pPr>
            <a:r>
              <a:rPr sz="1900">
                <a:solidFill>
                  <a:srgbClr val="FFFFFF"/>
                </a:solidFill>
              </a:rPr>
              <a:t>• Build a gradient summary card with conditional colour</a:t>
            </a:r>
          </a:p>
          <a:p>
            <a:pPr>
              <a:spcBef>
                <a:spcPts val="400"/>
              </a:spcBef>
            </a:pPr>
            <a:r>
              <a:rPr sz="1900">
                <a:solidFill>
                  <a:srgbClr val="FFFFFF"/>
                </a:solidFill>
              </a:rPr>
              <a:t>• Create a reusable DashboardSection&lt;Content: View&gt; component</a:t>
            </a:r>
          </a:p>
          <a:p>
            <a:pPr>
              <a:spcBef>
                <a:spcPts val="400"/>
              </a:spcBef>
            </a:pPr>
            <a:r>
              <a:rPr sz="1900">
                <a:solidFill>
                  <a:srgbClr val="FFFFFF"/>
                </a:solidFill>
              </a:rPr>
              <a:t>• Wire Quick Action buttons to open Add sheets from the Dashboard</a:t>
            </a:r>
          </a:p>
          <a:p>
            <a:pPr>
              <a:spcBef>
                <a:spcPts val="400"/>
              </a:spcBef>
            </a:pPr>
            <a:r>
              <a:rPr sz="1900">
                <a:solidFill>
                  <a:srgbClr val="FFFFFF"/>
                </a:solidFill>
              </a:rPr>
              <a:t>• Add a new tab to MainTabView without breaking existing deep links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📊  Dashboard — What It Shows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51560"/>
            <a:ext cx="54864" cy="685800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B889"/>
                </a:solidFill>
              </a:rPr>
              <a:t>Monthly P&amp;L Card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99031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AABB"/>
                </a:solidFill>
              </a:rPr>
              <a:t>Net profit/loss · Income · Expense · Gradient colour (green = profit)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057400"/>
            <a:ext cx="54864" cy="685800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0574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B889"/>
                </a:solidFill>
              </a:rPr>
              <a:t>Recent Transactions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4048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AABB"/>
                </a:solidFill>
              </a:rPr>
              <a:t>Last 3 transactions — type icon, note/category, date, amount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063240"/>
            <a:ext cx="54864" cy="6858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063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87DFA"/>
                </a:solidFill>
              </a:rPr>
              <a:t>Upcoming Activities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4107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AABB"/>
                </a:solidFill>
              </a:rPr>
              <a:t>Next 3 pending tasks — type icon, title, date, reminder bell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069080"/>
            <a:ext cx="54864" cy="6858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0690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E44AD"/>
                </a:solidFill>
              </a:rPr>
              <a:t>Latest Journal Entry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4165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AABB"/>
                </a:solidFill>
              </a:rPr>
              <a:t>Most recent entry — weather icon, title, snippet, photo count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5074920"/>
            <a:ext cx="54864" cy="685800"/>
          </a:xfrm>
          <a:prstGeom prst="rect">
            <a:avLst/>
          </a:prstGeom>
          <a:solidFill>
            <a:srgbClr val="F3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50749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39620"/>
                </a:solidFill>
              </a:rPr>
              <a:t>Quick Actions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42239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AABB"/>
                </a:solidFill>
              </a:rPr>
              <a:t>3 buttons: Add Transaction · Add Activity · Add Journal Entry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🏛  Architecture — Cross-Module Data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05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AAAABB"/>
                </a:solidFill>
              </a:rPr>
              <a:t>Core Data Stores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554480"/>
            <a:ext cx="3291840" cy="640080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69163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Transaction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697480"/>
            <a:ext cx="3291840" cy="64008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2834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FarmActivity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840480"/>
            <a:ext cx="3291840" cy="64008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3977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JournalEntry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1737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AAAABB"/>
                </a:solidFill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880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AAAABB"/>
                </a:solidFill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4023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AAAABB"/>
                </a:solidFill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10058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AAAABB"/>
                </a:solidFill>
              </a:rPr>
              <a:t>@FetchRequest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1554480"/>
            <a:ext cx="3017520" cy="6400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169163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BB889"/>
                </a:solidFill>
              </a:rPr>
              <a:t>@FetchRequest&lt;Transaction&gt;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2697480"/>
            <a:ext cx="3017520" cy="6400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28346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87DFA"/>
                </a:solidFill>
              </a:rPr>
              <a:t>@FetchRequest&lt;FarmActivity&gt;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0" y="3840480"/>
            <a:ext cx="3017520" cy="6400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39776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E44AD"/>
                </a:solidFill>
              </a:rPr>
              <a:t>@FetchRequest&lt;JournalEntry&gt;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17373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AAAABB"/>
                </a:solidFill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28803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AAAABB"/>
                </a:solidFill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0233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AAAABB"/>
                </a:solidFill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10058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AAAABB"/>
                </a:solidFill>
              </a:rPr>
              <a:t>DashboardViewModel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0" y="1554480"/>
            <a:ext cx="3474720" cy="6400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8200" y="1691639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1BB889"/>
                </a:solidFill>
              </a:rPr>
              <a:t>monthlyIncome/Expense()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0" y="2697480"/>
            <a:ext cx="3474720" cy="6400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58200" y="28346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287DFA"/>
                </a:solidFill>
              </a:rPr>
              <a:t>upcomingActivities()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12480" y="3840480"/>
            <a:ext cx="3474720" cy="6400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200" y="39776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E44AD"/>
                </a:solidFill>
              </a:rPr>
              <a:t>latestEntry()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39620"/>
                </a:solidFill>
              </a:rPr>
              <a:t>Dashboard is read-only — it never writes to Core Data directly.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⚙️  DashboardViewModel — Pure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7132320" cy="5394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1097280"/>
            <a:ext cx="685800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A8D8FF"/>
                </a:solidFill>
                <a:latin typeface="Courier New"/>
              </a:rPr>
              <a:t>class DashboardViewModel: ObservableObject {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func monthlyIncome(_ transactions: [Transaction]) -&gt; Double {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currentMonthTransactions(transactions)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.filter { $0.type == "income" }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.reduce(0) { $0 + $1.amount }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}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func upcomingActivities(_ activities: [FarmActivity], limit: Int = 3)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-&gt; [FarmActivity] {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let startOfToday = Calendar.current.startOfDay(for: Date())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return activities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.filter { !$0.isCompleted &amp;&amp; ($0.date ?? .distantPast) &gt;= startOfToday }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.sorted { ($0.date ?? .distantPast) &lt; ($1.date ?? .distantPast) }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.prefix(limit).map { $0 }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}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10058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B889"/>
                </a:solidFill>
              </a:rPr>
              <a:t>Key Design Rules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0" y="1600200"/>
            <a:ext cx="4297680" cy="777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673352"/>
            <a:ext cx="4114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Receives plain [Entity] arrays
→ no Core Data context in VM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2606040"/>
            <a:ext cx="4297680" cy="777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679192"/>
            <a:ext cx="4114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@FetchRequest belongs in the
View, not the ViewModel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3611880"/>
            <a:ext cx="4297680" cy="777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6679" y="3685032"/>
            <a:ext cx="4114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Pure functions = easy to
unit test without Core 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4617720"/>
            <a:ext cx="4297680" cy="777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4690872"/>
            <a:ext cx="4114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currentMonthTransactions() is
private — only VM uses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9520" y="5623560"/>
            <a:ext cx="4297680" cy="777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26679" y="5696712"/>
            <a:ext cx="4114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limit: Int = 3 default
→ callers can override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💳  Monthly Profit / Loss Card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51560"/>
            <a:ext cx="5120640" cy="2560320"/>
          </a:xfrm>
          <a:prstGeom prst="rect">
            <a:avLst/>
          </a:prstGeom>
          <a:solidFill>
            <a:srgbClr val="1299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ចំណេញ / ខាតប្រចាំខែ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ខែឧសភា ២០២៦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$1,240.00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ចំណូល  $2,100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ចំណាយ  $860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1051560"/>
            <a:ext cx="5120640" cy="2560320"/>
          </a:xfrm>
          <a:prstGeom prst="rect">
            <a:avLst/>
          </a:prstGeom>
          <a:solidFill>
            <a:srgbClr val="C0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1143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ចំណេញ / ខាតប្រចាំខែ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1417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ខែឧសភា ២០២៦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17373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-$320.00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ចំណូល  $540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ចំណាយ  $860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7490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B889"/>
                </a:solidFill>
              </a:rPr>
              <a:t>✅ Profit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7490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54747"/>
                </a:solidFill>
              </a:rPr>
              <a:t>❌ Loss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34340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AAAABB"/>
                </a:solidFill>
              </a:rPr>
              <a:t>isProfit flag drives both the gradient colour AND the arrow SF Symbol — computed once, used twice.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937760"/>
            <a:ext cx="11612880" cy="17373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79" y="5029200"/>
            <a:ext cx="11338559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A8D8FF"/>
                </a:solidFill>
                <a:latin typeface="Courier New"/>
              </a:rPr>
              <a:t>let isProfit = pl &gt;= 0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LinearGradient(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colors: isProfit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? [Color(red:0.12,green:0.7,blue:0.55), ...]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: [Color(red:0.9,green:0.28,blue:0.28), ...],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startPoint: .topLeading, endPoint: .bottomTrailing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🧩  Reusable DashboardSection&lt;Content: View&gt;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7132320" cy="53035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1097280"/>
            <a:ext cx="685800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A8D8FF"/>
                </a:solidFill>
                <a:latin typeface="Courier New"/>
              </a:rPr>
              <a:t>struct DashboardSection&lt;Content: View&gt;: View {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let title: String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let icon: String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let color: Color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@ViewBuilder let content: () -&gt; Content  // ← any SwiftUI content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var body: some View {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VStack(alignment: .leading, spacing: 0) {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HStack(spacing: 8) {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    Image(systemName: icon).foregroundColor(color)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    Text(title).font(.headline)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}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.padding(.horizontal, 16).padding(.vertical, 12)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Divider()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content()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}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.background(Color(.systemBackground))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.cornerRadius(12)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.shadow(color: .black.opacity(0.06), radius: 8, x: 0, y: 2)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}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10058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39620"/>
                </a:solidFill>
              </a:rPr>
              <a:t>Why @ViewBuilder?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508760"/>
            <a:ext cx="4114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Without @ViewBuilder, the closure
can only have ONE expression.
With @ViewBuilder, callers can write
if, ForEach, multiple rows —
full SwiftUI DSL syntax.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36576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B889"/>
                </a:solidFill>
              </a:rPr>
              <a:t>Usage: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4069080"/>
            <a:ext cx="4297680" cy="2286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80" y="4160520"/>
            <a:ext cx="402336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8D8FF"/>
                </a:solidFill>
                <a:latin typeface="Courier New"/>
              </a:rPr>
              <a:t>DashboardSection(</a:t>
            </a:r>
          </a:p>
          <a:p>
            <a:r>
              <a:rPr sz="1200">
                <a:solidFill>
                  <a:srgbClr val="A8D8FF"/>
                </a:solidFill>
                <a:latin typeface="Courier New"/>
              </a:rPr>
              <a:t>    title: "ប្រតិបត្តិការ",</a:t>
            </a:r>
          </a:p>
          <a:p>
            <a:r>
              <a:rPr sz="1200">
                <a:solidFill>
                  <a:srgbClr val="A8D8FF"/>
                </a:solidFill>
                <a:latin typeface="Courier New"/>
              </a:rPr>
              <a:t>    icon: "dollarsign.circle.fill",</a:t>
            </a:r>
          </a:p>
          <a:p>
            <a:r>
              <a:rPr sz="1200">
                <a:solidFill>
                  <a:srgbClr val="A8D8FF"/>
                </a:solidFill>
                <a:latin typeface="Courier New"/>
              </a:rPr>
              <a:t>    color: .green</a:t>
            </a:r>
          </a:p>
          <a:p>
            <a:r>
              <a:rPr sz="1200">
                <a:solidFill>
                  <a:srgbClr val="A8D8FF"/>
                </a:solidFill>
                <a:latin typeface="Courier New"/>
              </a:rPr>
              <a:t>) {</a:t>
            </a:r>
          </a:p>
          <a:p>
            <a:r>
              <a:rPr sz="1200">
                <a:solidFill>
                  <a:srgbClr val="A8D8FF"/>
                </a:solidFill>
                <a:latin typeface="Courier New"/>
              </a:rPr>
              <a:t>    ForEach(recent) { tx in</a:t>
            </a:r>
          </a:p>
          <a:p>
            <a:r>
              <a:rPr sz="1200">
                <a:solidFill>
                  <a:srgbClr val="A8D8FF"/>
                </a:solidFill>
                <a:latin typeface="Courier New"/>
              </a:rPr>
              <a:t>        TransactionDashboardRow(tx)</a:t>
            </a:r>
          </a:p>
          <a:p>
            <a:r>
              <a:rPr sz="1200">
                <a:solidFill>
                  <a:srgbClr val="A8D8FF"/>
                </a:solidFill>
                <a:latin typeface="Courier New"/>
              </a:rPr>
              <a:t>    }</a:t>
            </a:r>
          </a:p>
          <a:p>
            <a:r>
              <a:rPr sz="1200">
                <a:solidFill>
                  <a:srgbClr val="A8D8FF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⚡  Quick Actions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3474720" cy="1828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63040" y="1371600"/>
            <a:ext cx="1280160" cy="914400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231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B889"/>
                </a:solidFill>
              </a:rPr>
              <a:t>ចំណូល/ចំណាយ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1188720"/>
            <a:ext cx="3474720" cy="1828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0" y="1371600"/>
            <a:ext cx="1280160" cy="9144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79" y="24231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87DFA"/>
                </a:solidFill>
              </a:rPr>
              <a:t>សកម្មភាព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1188720"/>
            <a:ext cx="3474720" cy="1828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1371600"/>
            <a:ext cx="1280160" cy="9144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24231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8E44AD"/>
                </a:solidFill>
              </a:rPr>
              <a:t>កំណត់ហេតុ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2004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AAAABB"/>
                </a:solidFill>
              </a:rPr>
              <a:t>Each button sets a @State Bool flag → .sheet(isPresented:) opens the correct Add view.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749039"/>
            <a:ext cx="11612880" cy="27432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3840479"/>
            <a:ext cx="11338559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A8D8FF"/>
                </a:solidFill>
                <a:latin typeface="Courier New"/>
              </a:rPr>
              <a:t>@State private var showAddTransaction = false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@State private var showAddActivity    = false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@State private var showAddJournal     = false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QuickActionButton(title: "ចំណូល/ចំណាយ", icon: "plus.circle.fill", color: .green) {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showAddTransaction = true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}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.sheet(isPresented: $showAddTransaction) {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AddTransactionView().environment(\.managedObjectContext, viewContext)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🔧  Updating MainTabView — Adding Tab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54747"/>
                </a:solidFill>
              </a:rPr>
              <a:t>Before (Week 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0058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B889"/>
                </a:solidFill>
              </a:rPr>
              <a:t>After (Week 8)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5852160" cy="29260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554480"/>
            <a:ext cx="557784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A8D8FF"/>
                </a:solidFill>
                <a:latin typeface="Courier New"/>
              </a:rPr>
              <a:t>FinanceTabView()    .tag(0)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CalendarTabView()   .tag(1)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PestGuideTabView()  .tag(2)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JournalTabView()    .tag(3)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// notification deep link: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selectedTab = 1   // Calendar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463040"/>
            <a:ext cx="5669280" cy="29260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54480"/>
            <a:ext cx="539496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A8D8FF"/>
                </a:solidFill>
                <a:latin typeface="Courier New"/>
              </a:rPr>
              <a:t>DashboardTabView()  .tag(0)  ← NEW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FinanceTabView()    .tag(1)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CalendarTabView()   .tag(2)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PestGuideTabView()  .tag(3)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JournalTabView()    .tag(4)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// notification deep link: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selectedTab = 2   // Calendar moved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4617720"/>
            <a:ext cx="11612880" cy="45720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47548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39620"/>
                </a:solidFill>
              </a:rPr>
              <a:t>⚠️  Rule: always use explicit .tag() — implicit indices break silently when tabs are reordered.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2578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39620"/>
                </a:solidFill>
              </a:rPr>
              <a:t>⚠️  Update ALL hardcoded tab indices (here: the notification deep link).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🐛  Common Mistakes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E5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54747"/>
                </a:solidFill>
              </a:rPr>
              <a:t>❌ Forget .tag() after reordering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19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→ Notification jumps to wrong tab silently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0" y="1051560"/>
            <a:ext cx="54864" cy="868680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1234439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BB889"/>
                </a:solidFill>
              </a:rPr>
              <a:t>✅ Always use explicit integer tags on every tab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103120"/>
            <a:ext cx="54864" cy="868680"/>
          </a:xfrm>
          <a:prstGeom prst="rect">
            <a:avLst/>
          </a:prstGeom>
          <a:solidFill>
            <a:srgbClr val="E5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312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54747"/>
                </a:solidFill>
              </a:rPr>
              <a:t>❌ P&amp;L logic in body computed property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68879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→ Business logic buried in the 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2103120"/>
            <a:ext cx="54864" cy="868680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22860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BB889"/>
                </a:solidFill>
              </a:rPr>
              <a:t>✅ Move to DashboardViewModel as a pure function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154679"/>
            <a:ext cx="54864" cy="868680"/>
          </a:xfrm>
          <a:prstGeom prst="rect">
            <a:avLst/>
          </a:prstGeom>
          <a:solidFill>
            <a:srgbClr val="E5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154679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54747"/>
                </a:solidFill>
              </a:rPr>
              <a:t>❌ Hold FetchedResults&lt;T&gt; in ViewModel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520439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→ @FetchRequest only works inside a 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3154679"/>
            <a:ext cx="54864" cy="868680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33375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BB889"/>
                </a:solidFill>
              </a:rPr>
              <a:t>✅ Pass Array(results) to the ViewModel method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206240"/>
            <a:ext cx="54864" cy="868680"/>
          </a:xfrm>
          <a:prstGeom prst="rect">
            <a:avLst/>
          </a:prstGeom>
          <a:solidFill>
            <a:srgbClr val="E5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20624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54747"/>
                </a:solidFill>
              </a:rPr>
              <a:t>❌ Miss @ViewBuilder on DashboardSection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572000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→ Compiler error: cannot use result builder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4206240"/>
            <a:ext cx="54864" cy="868680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438912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BB889"/>
                </a:solidFill>
              </a:rPr>
              <a:t>✅ Add @ViewBuilder to the closure parameter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5257800"/>
            <a:ext cx="54864" cy="868680"/>
          </a:xfrm>
          <a:prstGeom prst="rect">
            <a:avLst/>
          </a:prstGeom>
          <a:solidFill>
            <a:srgbClr val="E5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52578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54747"/>
                </a:solidFill>
              </a:rPr>
              <a:t>❌ Omit .buttonStyle(PlainButtonStyle())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623560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→ Entire button row turns blue on press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5257800"/>
            <a:ext cx="54864" cy="868680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60" y="544068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BB889"/>
                </a:solidFill>
              </a:rPr>
              <a:t>✅ Add .buttonStyle(PlainButtonStyle()) to QuickActionButton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🎨  UI / UX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521208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54864" cy="1005840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49377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B889"/>
                </a:solidFill>
              </a:rPr>
              <a:t>Tab icon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4937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AABB"/>
                </a:solidFill>
              </a:rPr>
              <a:t>ផ្ទាំងគ្រប់គ្រង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79" y="1005840"/>
            <a:ext cx="521208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79" y="1005840"/>
            <a:ext cx="54864" cy="1005840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59" y="1078992"/>
            <a:ext cx="49377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B889"/>
                </a:solidFill>
              </a:rPr>
              <a:t>P&amp;L positive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59" y="1508760"/>
            <a:ext cx="4937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AABB"/>
                </a:solidFill>
              </a:rPr>
              <a:t>Green gradient + up arrow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240280"/>
            <a:ext cx="521208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240280"/>
            <a:ext cx="54864" cy="1005840"/>
          </a:xfrm>
          <a:prstGeom prst="rect">
            <a:avLst/>
          </a:prstGeom>
          <a:solidFill>
            <a:srgbClr val="E5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13432"/>
            <a:ext cx="49377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54747"/>
                </a:solidFill>
              </a:rPr>
              <a:t>P&amp;L negative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743200"/>
            <a:ext cx="4937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AABB"/>
                </a:solidFill>
              </a:rPr>
              <a:t>Red gradient + down arrow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79" y="2240280"/>
            <a:ext cx="521208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79" y="2240280"/>
            <a:ext cx="54864" cy="1005840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159" y="2313432"/>
            <a:ext cx="49377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B889"/>
                </a:solidFill>
              </a:rPr>
              <a:t>Finance section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59" y="2743200"/>
            <a:ext cx="4937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AABB"/>
                </a:solidFill>
              </a:rPr>
              <a:t>Green accent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474720"/>
            <a:ext cx="521208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3474720"/>
            <a:ext cx="54864" cy="100584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547872"/>
            <a:ext cx="49377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87DFA"/>
                </a:solidFill>
              </a:rPr>
              <a:t>Calendar section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977640"/>
            <a:ext cx="4937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AABB"/>
                </a:solidFill>
              </a:rPr>
              <a:t>Blue accent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79" y="3474720"/>
            <a:ext cx="521208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79" y="3474720"/>
            <a:ext cx="54864" cy="10058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159" y="3547872"/>
            <a:ext cx="49377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E44AD"/>
                </a:solidFill>
              </a:rPr>
              <a:t>Journal section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59" y="3977640"/>
            <a:ext cx="4937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AABB"/>
                </a:solidFill>
              </a:rPr>
              <a:t>Purple accent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709160"/>
            <a:ext cx="521208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709160"/>
            <a:ext cx="54864" cy="1005840"/>
          </a:xfrm>
          <a:prstGeom prst="rect">
            <a:avLst/>
          </a:prstGeom>
          <a:solidFill>
            <a:srgbClr val="F3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782312"/>
            <a:ext cx="49377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39620"/>
                </a:solidFill>
              </a:rPr>
              <a:t>Quick Actions header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212080"/>
            <a:ext cx="4937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AABB"/>
                </a:solidFill>
              </a:rPr>
              <a:t>Orange accent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709160"/>
            <a:ext cx="521208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✅  Week 8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058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B889"/>
                </a:solidFill>
              </a:rPr>
              <a:t>What we built: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11247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• Built DashboardViewModel with pure functions for monthly P&amp;L, recent items &amp; upcoming tasks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• Created a conditional-colour LinearGradient hero card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• Factored DashboardSection&lt;Content: View&gt; to eliminate repeated card frames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• Wrote three row views — one per data source — keeping detail level appropriate for a dashboard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• Wired Quick Action buttons to AddTransactionView, AddActivityView, AddJournalEntryView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• Updated MainTabView: inserted Dashboard as tab 0, updated notification deep link to tab 2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4846320"/>
            <a:ext cx="11612880" cy="45720"/>
          </a:xfrm>
          <a:prstGeom prst="rect">
            <a:avLst/>
          </a:prstGeom>
          <a:solidFill>
            <a:srgbClr val="AAAA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50292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39620"/>
                </a:solidFill>
              </a:rPr>
              <a:t>Extension ideas: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53212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AAAABB"/>
                </a:solidFill>
              </a:rPr>
              <a:t>• Tap a Recent Transaction row → navigate directly to TransactionDetailView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AAAABB"/>
                </a:solidFill>
              </a:rPr>
              <a:t>• Add a simple bar chart for last 6 months P&amp;L using SwiftUI Path/Shape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AAAABB"/>
                </a:solidFill>
              </a:rPr>
              <a:t>• Show a 'streak' counter for consecutive days with journal entries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