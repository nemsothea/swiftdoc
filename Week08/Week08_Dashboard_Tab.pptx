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BB"/>
                </a:solidFill>
              </a:rPr>
              <a:t>SmartFarmer Assistant · iOS SwiftUI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1BB889"/>
                </a:solidFill>
              </a:rPr>
              <a:t>Week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600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ផ្ទាំងគ្រប់គ្រង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6060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AAABB"/>
                </a:solidFill>
              </a:rPr>
              <a:t>ប្រមូលទិន្នន័យពី ហិរញ្ញវត្ថុ ប្រតិទិន &amp; កំណត់ហេតុ
ចូលក្នុងផ្ទាំងមើលតែមួយ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3931920"/>
            <a:ext cx="1920240" cy="45720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39776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💰  ហិរញ្ញវត្ថុ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3931920"/>
            <a:ext cx="1920240" cy="45720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39776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📅  ប្រតិទិន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3931920"/>
            <a:ext cx="1920240" cy="4572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9776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📖  កំណត់ហេតុ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3931920"/>
            <a:ext cx="1920240" cy="457200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39776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⚡  សកម្មភាពរហ័ស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B889"/>
                </a:solidFill>
              </a:rPr>
              <a:t>🎯  គោលបំណងរៀន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900">
                <a:solidFill>
                  <a:srgbClr val="FFFFFF"/>
                </a:solidFill>
              </a:rPr>
              <a:t>• ទាញទិន្នន័យពី CoreData entities ច្រើននៅក្នុង View តែមួយ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FFFFFF"/>
                </a:solidFill>
              </a:rPr>
              <a:t>• គណនាចំណេញ/ខាតប្រចាំខែដោយ ViewModel functions ស្អាត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FFFFFF"/>
                </a:solidFill>
              </a:rPr>
              <a:t>• សាងសង់ gradient card ជាមួយ conditional color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FFFFFF"/>
                </a:solidFill>
              </a:rPr>
              <a:t>• បង្កើត component DashboardSection&lt;Content: View&gt; ប្រើបានម្ដងហើយម្ដងទៀត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FFFFFF"/>
                </a:solidFill>
              </a:rPr>
              <a:t>• ភ្ជាប់ Quick Action buttons ទៅ Add sheets ពី Dashboard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FFFFFF"/>
                </a:solidFill>
              </a:rPr>
              <a:t>• បន្ថែម Tab ថ្មីទៅ MainTabView ដោយមិនខូច deep links ដែលមានស្រាប់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📊  ផ្ទាំងគ្រប់គ្រង — ចំណុចបង្ហាញ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51560"/>
            <a:ext cx="54864" cy="68580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B889"/>
                </a:solidFill>
              </a:rPr>
              <a:t>កាតចំណេញ/ខាតប្រចាំខែ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99031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AABB"/>
                </a:solidFill>
              </a:rPr>
              <a:t>ចំណេញ/ខាតសុទ្ធ · ចំណូល · ចំណាយ · Gradient color (បៃតង = ចំណេញ)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057400"/>
            <a:ext cx="54864" cy="68580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0574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B889"/>
                </a:solidFill>
              </a:rPr>
              <a:t>ប្រតិបត្តិការថ្មីៗ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0487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AABB"/>
                </a:solidFill>
              </a:rPr>
              <a:t>ប្រតិបត្តិការ ៣ ចុងក្រោយ — icon ប្រភេទ, note/category, កាលបរិច្ឆេទ, ចំនួន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063240"/>
            <a:ext cx="54864" cy="68580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63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87DFA"/>
                </a:solidFill>
              </a:rPr>
              <a:t>សកម្មភាពខាងមុខ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41071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AABB"/>
                </a:solidFill>
              </a:rPr>
              <a:t>ភារកិច្ចរង់ចាំ ៣ ខាងមុខ — icon ប្រភេទ, title, កាលបរិច្ឆេទ, កណ្ដឹងរំលឹក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069080"/>
            <a:ext cx="54864" cy="6858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069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8E44AD"/>
                </a:solidFill>
              </a:rPr>
              <a:t>កំណត់ហេតុថ្មីបំផុត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41655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AABB"/>
                </a:solidFill>
              </a:rPr>
              <a:t>entry ចុងក្រោយ — icon អាកាសធាតុ, title, snippet, ចំនួនរូបថត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5074920"/>
            <a:ext cx="54864" cy="685800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749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39620"/>
                </a:solidFill>
              </a:rPr>
              <a:t>សកម្មភាពរហ័ស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4223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AABB"/>
                </a:solidFill>
              </a:rPr>
              <a:t>៣ buttons: បន្ថែមប្រតិបត្តិការ · បន្ថែមសកម្មភាព · បន្ថែមកំណត់ហេតុ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🏛  ស្ថាបត្យកម្ម — លំហូរទិន្នន័យ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AAAABB"/>
                </a:solidFill>
              </a:rPr>
              <a:t>ទំនាក់ទំនង CoreData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54480"/>
            <a:ext cx="3291840" cy="64008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6916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Transaction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697480"/>
            <a:ext cx="3291840" cy="64008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2834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FarmActivity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840480"/>
            <a:ext cx="3291840" cy="6400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3977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JournalEntry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737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AAAABB"/>
                </a:solidFill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880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AAAABB"/>
                </a:solidFill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4023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AAAABB"/>
                </a:solidFill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1005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AAAABB"/>
                </a:solidFill>
              </a:rPr>
              <a:t>@FetchRequest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1554480"/>
            <a:ext cx="3017520" cy="640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169163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B889"/>
                </a:solidFill>
              </a:rPr>
              <a:t>@FetchRequest&lt;Transaction&gt;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2697480"/>
            <a:ext cx="3017520" cy="640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2834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87DFA"/>
                </a:solidFill>
              </a:rPr>
              <a:t>@FetchRequest&lt;FarmActivity&gt;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3840480"/>
            <a:ext cx="3017520" cy="640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3977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E44AD"/>
                </a:solidFill>
              </a:rPr>
              <a:t>@FetchRequest&lt;JournalEntry&gt;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1737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AAAABB"/>
                </a:solidFill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880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AAAABB"/>
                </a:solidFill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023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AAAABB"/>
                </a:solidFill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1005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AAAABB"/>
                </a:solidFill>
              </a:rPr>
              <a:t>DashboardViewModel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80" y="1554480"/>
            <a:ext cx="347472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169163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BB889"/>
                </a:solidFill>
              </a:rPr>
              <a:t>monthlyIncome/Expense()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0" y="2697480"/>
            <a:ext cx="347472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200" y="28346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87DFA"/>
                </a:solidFill>
              </a:rPr>
              <a:t>upcomingActivities()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12480" y="3840480"/>
            <a:ext cx="347472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58200" y="39776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E44AD"/>
                </a:solidFill>
              </a:rPr>
              <a:t>latestEntry()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0350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39620"/>
                </a:solidFill>
              </a:rPr>
              <a:t>Dashboard អានបានតែប៉ុណ្ណោះ — មិនសរសេរ CoreData ផ្ទាល់ឡើយ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⚙️  DashboardViewModel — អនុគមន៍ស្អាត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7132320" cy="5394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097280"/>
            <a:ext cx="685800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8D8FF"/>
                </a:solidFill>
                <a:latin typeface="Courier New"/>
              </a:rPr>
              <a:t>class DashboardViewModel: ObservableObject {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    func monthlyIncome(_ transactions: [Transaction]) -&gt; Double {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        currentMonthTransactions(transactions)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            .filter { $0.type == "income" }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            .reduce(0) { $0 + $1.amount }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    }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    func upcomingActivities(_ activities: [FarmActivity], limit: Int = 3)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        -&gt; [FarmActivity] {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        let startOfToday = Calendar.current.startOfDay(for: Date())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        return activities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            .filter { !$0.isCompleted &amp;&amp; ($0.date ?? .distantPast) &gt;= startOfToday }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            .sorted { ($0.date ?? .distantPast) &lt; ($1.date ?? .distantPast) }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            .prefix(limit).map { $0 }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    }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100584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B889"/>
                </a:solidFill>
              </a:rPr>
              <a:t>គោលការណ៍ Design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1600200"/>
            <a:ext cx="429768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79" y="1673352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ទទួល arrays [Entity] ធម្មតា
→ គ្មាន Core Data context ក្នុង VM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2606040"/>
            <a:ext cx="429768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79" y="2679192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@FetchRequest ត្រូវនៅក្នុង View
មិនមែននៅ ViewModel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3611880"/>
            <a:ext cx="429768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3685032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Pure functions = ងាយធ្វើ
unit test ដោយគ្មាន Core 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4617720"/>
            <a:ext cx="429768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4690872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currentMonthTransactions() ជា
private — VM ប្រើតែម្នាក់ឯង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5623560"/>
            <a:ext cx="429768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5696712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limit: Int = 3 ជា default
→ caller អាចផ្លាស់ប្ដូរបាន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💳  កាតចំណេញ / ខាតប្រចាំខែ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51560"/>
            <a:ext cx="5120640" cy="2560320"/>
          </a:xfrm>
          <a:prstGeom prst="rect">
            <a:avLst/>
          </a:prstGeom>
          <a:solidFill>
            <a:srgbClr val="1299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ចំណេញ / ខាតប្រចាំខែ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ខែឧសភា ២០២៦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$1,240.00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ចំណូល  $2,100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ចំណាយ  $860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1051560"/>
            <a:ext cx="5120640" cy="2560320"/>
          </a:xfrm>
          <a:prstGeom prst="rect">
            <a:avLst/>
          </a:prstGeom>
          <a:solidFill>
            <a:srgbClr val="C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1143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ចំណេញ / ខាតប្រចាំខែ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417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ខែឧសភា ២០២៦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7373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-$320.00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ចំណូល  $540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ចំណាយ  $860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74903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B889"/>
                </a:solidFill>
              </a:rPr>
              <a:t>✅ Profit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74903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54747"/>
                </a:solidFill>
              </a:rPr>
              <a:t>❌ Loss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34340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AABB"/>
                </a:solidFill>
              </a:rPr>
              <a:t>isProfit flag ដំណើរការ gradient color AND SF Symbol ព្រមគ្នា — គណនាម្ដង ប្រើពីរ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937760"/>
            <a:ext cx="11612880" cy="17373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5029200"/>
            <a:ext cx="11338559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8D8FF"/>
                </a:solidFill>
                <a:latin typeface="Courier New"/>
              </a:rPr>
              <a:t>let isProfit = pl &gt;= 0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LinearGradient(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    colors: isProfit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        ? [Color(red:0.12,green:0.7,blue:0.55), ...]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        : [Color(red:0.9,green:0.28,blue:0.28), ...],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    startPoint: .topLeading, endPoint: .bottomTrailing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🧩  DashboardSection&lt;Content: View&gt; ប្រើបានម្ដងហើយម្ដងទៀត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7132320" cy="53035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097280"/>
            <a:ext cx="68580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8D8FF"/>
                </a:solidFill>
                <a:latin typeface="Courier New"/>
              </a:rPr>
              <a:t>struct DashboardSection&lt;Content: View&gt;: View {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    let title: String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    let icon: String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    let color: Color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    @ViewBuilder let content: () -&gt; Content  // ← any SwiftUI content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    var body: some View {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        VStack(alignment: .leading, spacing: 0) {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            HStack(spacing: 8) {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                Image(systemName: icon).foregroundColor(color)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                Text(title).font(.headline)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            }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            .padding(.horizontal, 16).padding(.vertical, 12)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            Divider()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            content()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        }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        .background(Color(.systemBackground))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        .cornerRadius(12)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        .shadow(color: .black.opacity(0.06), radius: 8, x: 0, y: 2)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    }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1005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39620"/>
                </a:solidFill>
              </a:rPr>
              <a:t>ហេតុអ្វី @ViewBuilder?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508760"/>
            <a:ext cx="4114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ដោយគ្មាន @ViewBuilder closure
អាចមាន expression តែMỘT។
ជាមួយ @ViewBuilder caller
អាចសរសេរ if, ForEach, rows ច្រើន —
complete SwiftUI DSL syntax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3657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B889"/>
                </a:solidFill>
              </a:rPr>
              <a:t>ការប្រើប្រាស់: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4069080"/>
            <a:ext cx="4297680" cy="2286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80" y="4160520"/>
            <a:ext cx="402336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8D8FF"/>
                </a:solidFill>
                <a:latin typeface="Courier New"/>
              </a:rPr>
              <a:t>DashboardSection(</a:t>
            </a:r>
          </a:p>
          <a:p>
            <a:r>
              <a:rPr sz="1200">
                <a:solidFill>
                  <a:srgbClr val="A8D8FF"/>
                </a:solidFill>
                <a:latin typeface="Courier New"/>
              </a:rPr>
              <a:t>    title: "ប្រតិបត្តិការ",</a:t>
            </a:r>
          </a:p>
          <a:p>
            <a:r>
              <a:rPr sz="1200">
                <a:solidFill>
                  <a:srgbClr val="A8D8FF"/>
                </a:solidFill>
                <a:latin typeface="Courier New"/>
              </a:rPr>
              <a:t>    icon: "dollarsign.circle.fill",</a:t>
            </a:r>
          </a:p>
          <a:p>
            <a:r>
              <a:rPr sz="1200">
                <a:solidFill>
                  <a:srgbClr val="A8D8FF"/>
                </a:solidFill>
                <a:latin typeface="Courier New"/>
              </a:rPr>
              <a:t>    color: .green</a:t>
            </a:r>
          </a:p>
          <a:p>
            <a:r>
              <a:rPr sz="1200">
                <a:solidFill>
                  <a:srgbClr val="A8D8FF"/>
                </a:solidFill>
                <a:latin typeface="Courier New"/>
              </a:rPr>
              <a:t>) {</a:t>
            </a:r>
          </a:p>
          <a:p>
            <a:r>
              <a:rPr sz="1200">
                <a:solidFill>
                  <a:srgbClr val="A8D8FF"/>
                </a:solidFill>
                <a:latin typeface="Courier New"/>
              </a:rPr>
              <a:t>    ForEach(recent) { tx in</a:t>
            </a:r>
          </a:p>
          <a:p>
            <a:r>
              <a:rPr sz="1200">
                <a:solidFill>
                  <a:srgbClr val="A8D8FF"/>
                </a:solidFill>
                <a:latin typeface="Courier New"/>
              </a:rPr>
              <a:t>        TransactionDashboardRow(tx)</a:t>
            </a:r>
          </a:p>
          <a:p>
            <a:r>
              <a:rPr sz="1200">
                <a:solidFill>
                  <a:srgbClr val="A8D8FF"/>
                </a:solidFill>
                <a:latin typeface="Courier New"/>
              </a:rPr>
              <a:t>    }</a:t>
            </a:r>
          </a:p>
          <a:p>
            <a:r>
              <a:rPr sz="1200">
                <a:solidFill>
                  <a:srgbClr val="A8D8FF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⚡  សកម្មភាពរហ័ស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3474720" cy="1828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63040" y="1371600"/>
            <a:ext cx="1280160" cy="91440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423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B889"/>
                </a:solidFill>
              </a:rPr>
              <a:t>ចំណូល/ចំណាយ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188720"/>
            <a:ext cx="3474720" cy="1828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371600"/>
            <a:ext cx="1280160" cy="91440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79" y="2423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87DFA"/>
                </a:solidFill>
              </a:rPr>
              <a:t>សកម្មភាព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188720"/>
            <a:ext cx="3474720" cy="1828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0" y="1371600"/>
            <a:ext cx="1280160" cy="9144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2423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E44AD"/>
                </a:solidFill>
              </a:rPr>
              <a:t>កំណត់ហេតុ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2004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AABB"/>
                </a:solidFill>
              </a:rPr>
              <a:t>Button នីមួយៗ កំណត់ @State Bool flag → .sheet(isPresented:) បើក Add view ត្រឹមត្រូវ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49039"/>
            <a:ext cx="11612880" cy="2743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3840479"/>
            <a:ext cx="11338559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8D8FF"/>
                </a:solidFill>
                <a:latin typeface="Courier New"/>
              </a:rPr>
              <a:t>@State private var showAddTransaction = false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@State private var showAddActivity    = false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@State private var showAddJournal     = false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QuickActionButton(title: "ចំណូល/ចំណាយ", icon: "plus.circle.fill", color: .green) {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    showAddTransaction = true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}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.sheet(isPresented: $showAddTransaction) {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    AddTransactionView().environment(\.managedObjectContext, viewContext)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🔧  ធ្វើបច្ចុប្បន្នភាព MainTabView — បន្ថែម Tab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54747"/>
                </a:solidFill>
              </a:rPr>
              <a:t>មុន (Week 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0" y="1005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B889"/>
                </a:solidFill>
              </a:rPr>
              <a:t>ក្រោយ (Week 8)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5852160" cy="2926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554480"/>
            <a:ext cx="557784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8D8FF"/>
                </a:solidFill>
                <a:latin typeface="Courier New"/>
              </a:rPr>
              <a:t>FinanceTabView()    .tag(0)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CalendarTabView()   .tag(1)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PestGuideTabView()  .tag(2)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JournalTabView()    .tag(3)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// notification deep link: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selectedTab = 1   // Calendar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5669280" cy="2926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554480"/>
            <a:ext cx="539496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8D8FF"/>
                </a:solidFill>
                <a:latin typeface="Courier New"/>
              </a:rPr>
              <a:t>DashboardTabView()  .tag(0)  ← NEW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FinanceTabView()    .tag(1)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CalendarTabView()   .tag(2)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PestGuideTabView()  .tag(3)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JournalTabView()    .tag(4)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// notification deep link: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selectedTab = 2   // Calendar moved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4617720"/>
            <a:ext cx="11612880" cy="4572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4754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39620"/>
                </a:solidFill>
              </a:rPr>
              <a:t>⚠️  ច្បាប់: ប្រើ .tag() ច្បាស់លាស់ — indices ប្រូតស្ងៀមមួយ ខូចដោយមិនដឹង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2578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39620"/>
                </a:solidFill>
              </a:rPr>
              <a:t>⚠️  ធ្វើបច្ចុប្បន្នភាព tab indices hardcoded ទាំងអស់ (notification deep link)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🐛  កំហុសសំខាន់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E5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54747"/>
                </a:solidFill>
              </a:rPr>
              <a:t>❌ ភ្លេច .tag() ក្រោយ reorder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19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→ Notification ចូល tab ខុស ដោយស្ងៀម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051560"/>
            <a:ext cx="54864" cy="86868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1234439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B889"/>
                </a:solidFill>
              </a:rPr>
              <a:t>✅ ប្រើ integer tags ច្បាស់ជានិច្ចរៀងរាល់ tab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03120"/>
            <a:ext cx="54864" cy="868680"/>
          </a:xfrm>
          <a:prstGeom prst="rect">
            <a:avLst/>
          </a:prstGeom>
          <a:solidFill>
            <a:srgbClr val="E5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103120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54747"/>
                </a:solidFill>
              </a:rPr>
              <a:t>❌ Logic P&amp;L នៅ body computed property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68879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→ Business logic លាក់ក្នុង 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2103120"/>
            <a:ext cx="54864" cy="86868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2860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B889"/>
                </a:solidFill>
              </a:rPr>
              <a:t>✅ ផ្ទេរទៅ DashboardViewModel ជា pure function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154679"/>
            <a:ext cx="54864" cy="868680"/>
          </a:xfrm>
          <a:prstGeom prst="rect">
            <a:avLst/>
          </a:prstGeom>
          <a:solidFill>
            <a:srgbClr val="E5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154679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54747"/>
                </a:solidFill>
              </a:rPr>
              <a:t>❌ ទុក FetchedResults&lt;T&gt; ក្នុង ViewModel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520439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→ @FetchRequest ដំណើរការតែក្នុង 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3154679"/>
            <a:ext cx="54864" cy="86868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33375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B889"/>
                </a:solidFill>
              </a:rPr>
              <a:t>✅ ផ្ញើ Array(results) ទៅ method ViewModel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206240"/>
            <a:ext cx="54864" cy="868680"/>
          </a:xfrm>
          <a:prstGeom prst="rect">
            <a:avLst/>
          </a:prstGeom>
          <a:solidFill>
            <a:srgbClr val="E5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206240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54747"/>
                </a:solidFill>
              </a:rPr>
              <a:t>❌ ខ្វះ @ViewBuilder លើ DashboardSection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57200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→ Compiler error: cannot use result builder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4206240"/>
            <a:ext cx="54864" cy="86868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43891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B889"/>
                </a:solidFill>
              </a:rPr>
              <a:t>✅ បន្ថែម @ViewBuilder ទៅ closure parameter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257800"/>
            <a:ext cx="54864" cy="868680"/>
          </a:xfrm>
          <a:prstGeom prst="rect">
            <a:avLst/>
          </a:prstGeom>
          <a:solidFill>
            <a:srgbClr val="E5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257800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54747"/>
                </a:solidFill>
              </a:rPr>
              <a:t>❌ ភ្លេច .buttonStyle(PlainButtonStyle())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62356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→ row button ទាំងមូលប្រែពណ៌ខៀវពេលចុច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5257800"/>
            <a:ext cx="54864" cy="86868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54406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B889"/>
                </a:solidFill>
              </a:rPr>
              <a:t>✅ បន្ថែម .buttonStyle(PlainButtonStyle()) ទៅ QuickActionButton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🎨  សង្ខេប UI / UX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5212080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4864" cy="100584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B889"/>
                </a:solidFill>
              </a:rPr>
              <a:t>រូបតំណាង Tab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BB"/>
                </a:solidFill>
              </a:rPr>
              <a:t>ផ្ទាំងគ្រប់គ្រង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79" y="1005840"/>
            <a:ext cx="5212080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79" y="1005840"/>
            <a:ext cx="54864" cy="100584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59" y="1078992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B889"/>
                </a:solidFill>
              </a:rPr>
              <a:t>P&amp;L វិជ្ជមាន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59" y="1508760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BB"/>
                </a:solidFill>
              </a:rPr>
              <a:t>Green gradient + ព្រួញឡើង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240280"/>
            <a:ext cx="5212080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240280"/>
            <a:ext cx="54864" cy="1005840"/>
          </a:xfrm>
          <a:prstGeom prst="rect">
            <a:avLst/>
          </a:prstGeom>
          <a:solidFill>
            <a:srgbClr val="E5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313432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54747"/>
                </a:solidFill>
              </a:rPr>
              <a:t>P&amp;L អវិជ្ជមាន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743200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BB"/>
                </a:solidFill>
              </a:rPr>
              <a:t>Red gradient + ព្រួញចុះ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79" y="2240280"/>
            <a:ext cx="5212080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79" y="2240280"/>
            <a:ext cx="54864" cy="100584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59" y="2313432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B889"/>
                </a:solidFill>
              </a:rPr>
              <a:t>ផ្នែកហិរញ្ញវត្ថុ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59" y="2743200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BB"/>
                </a:solidFill>
              </a:rPr>
              <a:t>Green accent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474720"/>
            <a:ext cx="5212080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474720"/>
            <a:ext cx="54864" cy="100584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547872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87DFA"/>
                </a:solidFill>
              </a:rPr>
              <a:t>ផ្នែកប្រតិទិន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977640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BB"/>
                </a:solidFill>
              </a:rPr>
              <a:t>Blue accent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79" y="3474720"/>
            <a:ext cx="5212080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79" y="3474720"/>
            <a:ext cx="54864" cy="10058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159" y="3547872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E44AD"/>
                </a:solidFill>
              </a:rPr>
              <a:t>ផ្នែកកំណត់ហេតុ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59" y="3977640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BB"/>
                </a:solidFill>
              </a:rPr>
              <a:t>Purple accent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709160"/>
            <a:ext cx="5212080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4709160"/>
            <a:ext cx="54864" cy="1005840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782312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39620"/>
                </a:solidFill>
              </a:rPr>
              <a:t>header សកម្មភាពរហ័ស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212080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BB"/>
                </a:solidFill>
              </a:rPr>
              <a:t>Orange accent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709160"/>
            <a:ext cx="5212080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✅  សង្ខេប Week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B889"/>
                </a:solidFill>
              </a:rPr>
              <a:t>អ្វីដែលយើងបានបង្កើត: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1247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• បានបង្កើត DashboardViewModel ជាមួយ pure functions សម្រាប់ P&amp;L ប្រចាំខែ, items ថ្មីៗ &amp; ភារកិច្ចខាងមុខ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• បានបង្កើត hero card LinearGradient conditional-color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• បានបង្កើត DashboardSection&lt;Content: View&gt; ដើម្បីកម្ចាត់ card frames ដែលដូចគ្នា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• បានសរសេរ row views ០៣ — មួយសម្រាប់ data source នីមួយៗ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• ភ្ជាប់ Quick Action buttons ទៅ AddTransactionView, AddActivityView, AddJournalEntryView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• ធ្វើបច្ចុប្បន្នភាព MainTabView: បន្ថែម Dashboard ជា tab 0, ធ្វើបច្ចុប្បន្នភាព notification deep link ទៅ tab 2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4846320"/>
            <a:ext cx="11612880" cy="45720"/>
          </a:xfrm>
          <a:prstGeom prst="rect">
            <a:avLst/>
          </a:prstGeom>
          <a:solidFill>
            <a:srgbClr val="AA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50292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39620"/>
                </a:solidFill>
              </a:rPr>
              <a:t>គំនិតបន្ថែម: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53212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AAAABB"/>
                </a:solidFill>
              </a:rPr>
              <a:t>• ចុច row ប្រតិបត្តិការថ្មីៗ → រុករកដោយផ្ទាល់ទៅ TransactionDetailView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AAAABB"/>
                </a:solidFill>
              </a:rPr>
              <a:t>• បន្ថែម bar chart សាមញ្ញ P&amp;L ៦ ខែចុងក្រោយ ដោយ SwiftUI Path/Shape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AAAABB"/>
                </a:solidFill>
              </a:rPr>
              <a:t>• បង្ហាញ 'streak' counter ចំពោះថ្ងៃជំនាប់ដែលមានកំណត់ហេតុ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