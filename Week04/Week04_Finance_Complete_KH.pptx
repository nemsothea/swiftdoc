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04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BB889"/>
                </a:solidFill>
              </a:rPr>
              <a:t>ប្រព័ន្ធហិរញ្ញវត្ថុ ពេញលេញ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Finance Module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</a:rPr>
              <a:t>iOS 13+  ·  CoreData  ·  FarmViewModel  ·  CRUD  ·  Categories  ·  Real-time Totals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9601200" cy="36576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Add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Edit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Detail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Categories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Live Totals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📋  មាតិកា Week 04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FarmViewModel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CRUD methods + formatting helpers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AddTransactionView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Form: amount / type / category / 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Category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expense vs income categories — Picker adapts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EditTransactionView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pre-filled Form · update existing record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Real-time Totals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income / expense / balance → live @FetchRequest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Mini-Project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Finance module ពេញ · CRUD + filter + totals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🧠  FarmViewModel · CRUD + Formatting Helpers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class FarmViewModel: ObservableObject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private let manager = CoreDataManager.shared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CREATE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func addTransaction(amount: Double, note: String,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type: String, category: String)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manager.addTransaction(amount: amount, note: note,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   type: type, category: category)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UPDATE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func updateTransaction(_ t: Transaction, amount: Double,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note: String, type: String,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category: String)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t.amount = amount; t.note = note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t.type = type;     t.category = category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manager.save()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DELETE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func deleteTransaction(_ t: Transaction)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manager.context.delete(t); manager.save()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FORMATTING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func formatCurrency(_ amount: Double) -&gt; String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return String(format: "%.2f ៛", amount)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func formatDate(_ date: Date?) -&gt; String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guard let d = date else { return ""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let f = DateFormatter()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f.dateStyle = .medium; f.locale = Locale(identifier: "km_KH")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return f.string(from: d)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Single ViewModel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5087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one ObservableObject
for all Finance operations
→ injected via .environmentObject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2316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2316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514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CoreDataManager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9260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shared singleton
.save() persists changes
@FetchRequest auto-refreshes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931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formatCurrency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3434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%.2f ៛ — Khmer Riel
format amount consistently
across all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525780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5349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formatDate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7607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DateFormatter km_KH
Khmer locale date
→ farmer-friendly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➕  AddTransactionView · Form បញ្ចូលប្រតិបត្តិការ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00C9C8"/>
                </a:solidFill>
                <a:latin typeface="Courier New"/>
              </a:rPr>
              <a:t>struct AddTransactionView: View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@Environment(\.presentationMode) var pm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@EnvironmentObject private var viewModel: FarmViewModel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@State private var amountText = ""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@State private var note      = ""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@State private var type      = "expense"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@State private var category  = "Seeds"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var categories: [String]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type == "expense"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? ["Seeds","Fertiliser","Equipment","Labour","Other"]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: ["Crop Sales","Livestock","Subsidy","Other"]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Form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Section(header: Text("ចំនួនទឹកប្រាក់"))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TextField("0.00", text: $amountText)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    .keyboardType(.decimalPad)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Section(header: Text("ប្រភេទ"))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Picker("ប្រភេទ", selection: $type)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    Text("ចំណាយ").tag("expense")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    Text("ចំណូល").tag("income")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}.pickerStyle(SegmentedPickerStyle())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Section(header: Text("ប្រភេទរង"))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Picker("ប្រភេទរង", selection: $category)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    ForEach(categories, id: \.self)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        Text($0).tag($0)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Section(header: Text("កំណត់ចំណាំ")) {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    TextField("optional", text: $note)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    .navigationTitle("ប្រតិបត្តិការថ្មី")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88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Form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5087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amount / type / category / note
→ clean grouped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2316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2316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514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Segmented 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9260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expense vs income
→ drives category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931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.keyboardType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3434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decimalPad for amount
→ numeric-only keyboard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525780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5349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categories computed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7607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adapts when type changes
→ always correct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🗂️  Category System · Picker Adapts to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760720" cy="3474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431536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0C9C8"/>
                </a:solidFill>
                <a:latin typeface="Courier New"/>
              </a:rPr>
              <a:t>var categories: [String]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if type == "expense"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return ["Seeds", "Fertiliser",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        "Equipment", "Labour", "Other"]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} else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return ["Crop Sales", "Livestock",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        "Subsidy", "Other"]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// Reset when type changes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.onChange(of: type) { _ in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category = categories.first ?? "Other"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617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4747"/>
                </a:solidFill>
              </a:rPr>
              <a:t>💸 ចំណាយ — Expense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120640"/>
            <a:ext cx="1783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120640"/>
            <a:ext cx="64008" cy="56692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6635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7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គ្រាប់ពូជ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5120640"/>
            <a:ext cx="1783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5120640"/>
            <a:ext cx="64008" cy="56692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516635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Fertiliser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44067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ជី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5120640"/>
            <a:ext cx="1783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5120640"/>
            <a:ext cx="64008" cy="56692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516635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44067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ឧបករណ៍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806440"/>
            <a:ext cx="1783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806440"/>
            <a:ext cx="64008" cy="56692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85215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Labour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2647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ពលករ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5806440"/>
            <a:ext cx="178308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0280" y="5806440"/>
            <a:ext cx="64008" cy="566928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585215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6126479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ផ្សេងៗ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005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💰 ចំណូល — Income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508760"/>
            <a:ext cx="566928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508760"/>
            <a:ext cx="73152" cy="74980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581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Crop 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9293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លក់ដំណាំ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404872"/>
            <a:ext cx="566928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404872"/>
            <a:ext cx="73152" cy="74980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478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Livestock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28254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សត្វ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300984"/>
            <a:ext cx="566928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300984"/>
            <a:ext cx="73152" cy="74980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374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Subsidy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721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ជំនួយ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197096"/>
            <a:ext cx="566928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197096"/>
            <a:ext cx="73152" cy="74980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270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ផ្សេងៗ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120640"/>
            <a:ext cx="566928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5120640"/>
            <a:ext cx="73152" cy="8046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51937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Computed var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553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categories changes
when type changes
→ dynamic Picker 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6035040"/>
            <a:ext cx="5669280" cy="8046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6035040"/>
            <a:ext cx="73152" cy="8046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61081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.onChange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6446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reset category
when switching type
→ avoid invalid combo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✏️  EditTransactionView · Pre-filled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struct EditTransactionView: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@Environment(\.presentationMode) var pm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@EnvironmentObject private var viewModel: FarmViewModel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let transaction: Transaction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Pre-fill @State from existing record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amountText: String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note: String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type: String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category: String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init(transaction: Transaction)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self.transaction = transaction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_amountText = State(initialValue: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String(transaction.amount))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_note     = State(initialValue: transaction.note ?? "")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_type     = State(initialValue: transaction.type ?? "expense")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_category = State(initialValue: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transaction.category ?? "Other")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func save()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guard let amount = Double(amountText) else { return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viewModel.updateTransaction(transaction,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amount: amount, note: note,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type: type, category: category)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pm.wrappedValue.dismiss()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Pre-fill with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5087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_amountText = State(initialValue:)
→ existing value shown
→ user edits from there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2316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2316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514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Same Form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9260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reuse same fields as Add
→ consistent UX
→ only init differs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931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updateTransaction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3434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viewModel updates CoreData
→ @FetchRequest refreshes
→ detail view updates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525780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5349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dismiss()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7607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pm.wrappedValue.dismiss()
→ close edit sheet
→ return to detail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📊  Real-time Totals · ចំណូល / ចំណាយ / នៅសល់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struct FinanceTabView: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@FetchRequest(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entity: Transaction.entity(),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sortDescriptors: [NSSortDescriptor(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keyPath: \Transaction.date,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ascending: false)]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) var transactions: FetchedResults&lt;Transaction&gt;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Computed live from @FetchRequest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totalIncome: Double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transactions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.filter { $0.type == "income"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.reduce(0) { $0 + $1.amount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totalExpense: Double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transactions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.filter { $0.type == "expense"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.reduce(0) { $0 + $1.amount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balance: Double { totalIncome - totalExpense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HStack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SummaryCard(title: "ចំណូល",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amount: totalIncome, color: .green)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SummaryCard(title: "ចំណាយ",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amount: totalExpense, color: .red)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SummaryCard(title: "នៅសល់",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amount: balance,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color: balance &gt;= 0 ? .green : .red)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Live @FetchRequest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5087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CoreData change → @FetchRequest
→ computed vars recalculate
→ cards update instantly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2316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2316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514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.filter {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9260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filter by type string
→ "income" vs "expense"
→ no extra fetch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931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.reduce(0)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3434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sum all amounts
→ one-liner total
→ always in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525780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5349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balance 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7607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green if &gt;= 0
red if negative
→ visual alert for farmer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🗑️  Delete + Filter · Swipe to Delete + Segmented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// Delete — swipe left on row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List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ForEach(filteredTransactions, id: \.self) { t in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NavigationLink(destination: TransactionDetailView(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transaction: t))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TransactionRowView(transaction: t,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   viewModel: viewModel)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.onDelete(perform: deleteTransactions)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func deleteTransactions(at offsets: IndexSet)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offsets.forEach { idx in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viewModel.deleteTransaction(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filteredTransactions[idx])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// Filter — segmented picker at top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@State private var filterType = "All"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var filteredTransactions: [Transaction]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switch filterType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case "Income":  return transactions.filter { $0.type == "income"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case "Expense": return transactions.filter { $0.type == "expense"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default:        return Array(transactions)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Picker("Filter", selection: $filterType)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Text("ទាំងអស់").tag("All")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Text("ចំណូល").tag("Income")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Text("ចំណាយ").tag("Expense")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}.pickerStyle(SegmentedPickerStyle())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.onDelete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5087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swipe left → delete
→ IndexSet → viewModel
→ auto removes from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2316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2316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514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filteredTransactions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9260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computed from @FetchRequest
→ filter + All modes
→ live with CoreData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931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SegmentedPickerStyle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3434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 / Income / Expense
→ top of Finance tab
→ familiar iOS pattern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5257800"/>
            <a:ext cx="466344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5349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@State filterType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76072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drives filteredTransactions
changes → view re-renders
→ no extra fetch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🏗️  Project Structure · Finance Module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21440" cy="2743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11192256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SmartFarmerAssistant/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├── ViewModels/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│   ├── FarmViewModel.swift         # CRUD + formatCurrency/Date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│   └── FinanceCoordinator.swift    # navigation state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└── Views/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├── MainTabView.swift           # TabView + @StateObject owners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├── FinanceTabView.swift        # summary cards + filter + list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├── AddTransactionView.swift    # sheet: add new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├── EditTransactionView.swift   # sheet: edit existing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├── TransactionDetailView.swift # push: full detail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├── TransactionRowView.swift    # list row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└── CalendarTabView.swift       # farm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Screens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343400"/>
            <a:ext cx="3749039" cy="10515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343400"/>
            <a:ext cx="73152" cy="10515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4416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FinanceTabView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48188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Summary cards + segmented filter
+ filterable list + add 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4343400"/>
            <a:ext cx="3749039" cy="10515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4343400"/>
            <a:ext cx="73152" cy="10515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4416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AddTransactionView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48188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Sheet · amount, type,
category, note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4343400"/>
            <a:ext cx="3749039" cy="10515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4343400"/>
            <a:ext cx="73152" cy="105156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4416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EditTransactionView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8188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Sheet · same form
pre-filled with existing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532120"/>
            <a:ext cx="3749039" cy="10515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532120"/>
            <a:ext cx="73152" cy="1051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56052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TransactionDetailView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60076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Push · full detail view
+ Edit button → EditSheet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5532120"/>
            <a:ext cx="3749039" cy="10515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5532120"/>
            <a:ext cx="73152" cy="10515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7" y="56052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TransactionRowView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7" y="60076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List row · amount color
type badge +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🔄  Data Flow · Full Transaction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 taps 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556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AddTransactionView opens as sheet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Fill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7556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amount, type, category, note → tap រក្សាទុក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viewModel.addTransaction()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5844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CoreData creates + saves new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200400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@FetchRequest refreshes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35844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FinanceTabView list + totals update instantly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Tap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54132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NavigationLink → TransactionDetailView pushed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029200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Tap Edit → save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54132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viewModel.updateTransaction() → detail refreshes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🏠  Mini-Project · Finance Module ពេញ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Summary cards: income/expense/balance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Transaction form (4 fields)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Category Picker adapts to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Edit Transaction — pre-filled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Transaction Detail — full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Swipe to delete + segmented filter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005840"/>
            <a:ext cx="3749039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Checklist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FarmViewModel CRUD methods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addTransaction() works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updateTransaction() reflects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deleteTransaction() removes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Real-time totals update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Filter: All / Income / Expense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1005840"/>
            <a:ext cx="3749039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Grading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1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Transaction form: 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Category system: 15%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1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Edit + update: 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1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Real-time totals: 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1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Delete + filter: 15%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1351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Bonus: balance color alert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💰  Week 04 ចប់! — Finance module ពេញ ready · Next: Calendar &amp; Reminders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📌  សង្ខេប Week 04 ·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🧠  ViewModel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addTransaction()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updateTransaction()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deleteTransaction()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formatCurrency()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➕  AddView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@State amountText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SegmentedPickerStyle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categories computed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pm.wrappedValue.dismiss()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005840"/>
            <a:ext cx="274320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Totals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@FetchRequest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totalIncome .filter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totalExpense .filter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balance = in - exp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00584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🗑️  Delete/Filter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.onDelete(perform:)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IndexSet → delete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filterType @State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filteredTransactions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💰  Finance module = CRUD + live totals + filter · @FetchRequest does the heavy lifting!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