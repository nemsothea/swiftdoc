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webp" ContentType="image/webp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7" r:id="rId3"/>
    <p:sldId id="295" r:id="rId4"/>
    <p:sldId id="317" r:id="rId5"/>
    <p:sldId id="313" r:id="rId6"/>
    <p:sldId id="314" r:id="rId7"/>
    <p:sldId id="316" r:id="rId8"/>
    <p:sldId id="315" r:id="rId9"/>
    <p:sldId id="308" r:id="rId10"/>
  </p:sldIdLst>
  <p:sldSz cx="12192000" cy="6858000"/>
  <p:notesSz cx="6858000" cy="9144000"/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 typeface="Arial" panose="020B0604020202090204" pitchFamily="34" charset="0"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b="0" i="0" u="none" kern="1200" baseline="0">
        <a:solidFill>
          <a:schemeClr val="tx1"/>
        </a:solidFill>
        <a:latin typeface="Calibri" pitchFamily="34" charset="0"/>
        <a:ea typeface="SimSun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em path" initials="authorId_540987781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4601"/>
    <p:restoredTop sz="94660"/>
  </p:normalViewPr>
  <p:slideViewPr>
    <p:cSldViewPr snapToGrid="0" showGuides="1">
      <p:cViewPr varScale="1">
        <p:scale>
          <a:sx n="70" d="100"/>
          <a:sy n="70" d="100"/>
        </p:scale>
        <p:origin x="-750" y="-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fontAlgn="base"/>
            <a:fld id="{0F9B84EA-7D68-4D60-9CB1-D50884785D1C}" type="datetimeFigureOut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fontAlgn="base"/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fontAlgn="base"/>
            <a:fld id="{8D4E0FC9-F1F8-4FAE-9988-3BA365CFD46F}" type="slidenum">
              <a:rPr lang="zh-CN" altLang="en-US" strike="noStrike" noProof="1" smtClean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ea typeface="+mn-ea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单击此处编辑母版文本样式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第二级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第三级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第四级</a:t>
            </a:r>
            <a:endParaRPr kumimoji="0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第五级</a:t>
            </a: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p>
            <a:pPr lvl="0" algn="r" eaLnBrk="1" fontAlgn="base" hangingPunct="1"/>
            <a:fld id="{9A0DB2DC-4C9A-4742-B13C-FB6460FD3503}" type="slidenum">
              <a:rPr lang="zh-CN" altLang="en-US" sz="1200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z="1200" strike="noStrike" noProof="1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fontAlgn="base"/>
            <a:r>
              <a:rPr lang="zh-CN" altLang="en-US" strike="noStrike" noProof="1" smtClean="0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vert="horz" wrap="square" lIns="91440" tIns="45720" rIns="91440" bIns="45720" numCol="1" rtlCol="0" anchor="t" anchorCtr="0" compatLnSpc="1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endParaRPr kumimoji="0" lang="zh-CN" altLang="en-US" sz="3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fontAlgn="base"/>
            <a:r>
              <a:rPr lang="zh-CN" altLang="en-US" strike="noStrike" noProof="1" smtClean="0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 fontAlgn="base"/>
            <a:r>
              <a:rPr lang="zh-CN" altLang="en-US" strike="noStrike" noProof="1" smtClean="0"/>
              <a:t>单击此处编辑母版文本样式</a:t>
            </a:r>
            <a:endParaRPr lang="zh-CN" altLang="en-US" strike="noStrike" noProof="1" smtClean="0"/>
          </a:p>
          <a:p>
            <a:pPr lvl="1" fontAlgn="base"/>
            <a:r>
              <a:rPr lang="zh-CN" altLang="en-US" strike="noStrike" noProof="1" smtClean="0"/>
              <a:t>第二级</a:t>
            </a:r>
            <a:endParaRPr lang="zh-CN" altLang="en-US" strike="noStrike" noProof="1" smtClean="0"/>
          </a:p>
          <a:p>
            <a:pPr lvl="2" fontAlgn="base"/>
            <a:r>
              <a:rPr lang="zh-CN" altLang="en-US" strike="noStrike" noProof="1" smtClean="0"/>
              <a:t>第三级</a:t>
            </a:r>
            <a:endParaRPr lang="zh-CN" altLang="en-US" strike="noStrike" noProof="1" smtClean="0"/>
          </a:p>
          <a:p>
            <a:pPr lvl="3" fontAlgn="base"/>
            <a:r>
              <a:rPr lang="zh-CN" altLang="en-US" strike="noStrike" noProof="1" smtClean="0"/>
              <a:t>第四级</a:t>
            </a:r>
            <a:endParaRPr lang="zh-CN" altLang="en-US" strike="noStrike" noProof="1" smtClean="0"/>
          </a:p>
          <a:p>
            <a:pPr lvl="4" fontAlgn="base"/>
            <a:r>
              <a:rPr lang="zh-CN" altLang="en-US" strike="noStrike" noProof="1" smtClean="0"/>
              <a:t>第五级</a:t>
            </a:r>
            <a:endParaRPr lang="zh-CN" altLang="en-US" strike="noStrike" noProof="1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white"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102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27" name="文本占位符 2"/>
          <p:cNvSpPr>
            <a:spLocks noGrp="1"/>
          </p:cNvSpPr>
          <p:nvPr>
            <p:ph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 w="9525">
            <a:noFill/>
          </a:ln>
        </p:spPr>
        <p:txBody>
          <a:bodyPr anchor="t" anchorCtr="0"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lvl="0" eaLnBrk="1" fontAlgn="base" hangingPunct="1"/>
            <a:fld id="{9A0DB2DC-4C9A-4742-B13C-FB6460FD3503}" type="slidenum">
              <a:rPr lang="zh-CN" altLang="en-US" strike="noStrike" noProof="1" dirty="0">
                <a:latin typeface="Calibri" pitchFamily="34" charset="0"/>
                <a:ea typeface="SimSun" pitchFamily="2" charset="-122"/>
                <a:cs typeface="+mn-cs"/>
              </a:rPr>
            </a:fld>
            <a:endParaRPr lang="zh-CN" altLang="en-US" strike="noStrike" noProof="1" dirty="0">
              <a:latin typeface="Calibri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itchFamily="34" charset="0"/>
          <a:ea typeface="SimSun" pitchFamily="2" charset="-122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web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7625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8" name="矩形 5"/>
          <p:cNvSpPr/>
          <p:nvPr/>
        </p:nvSpPr>
        <p:spPr>
          <a:xfrm flipH="1">
            <a:off x="0" y="2192338"/>
            <a:ext cx="6908800" cy="2162175"/>
          </a:xfrm>
          <a:custGeom>
            <a:avLst/>
            <a:gdLst>
              <a:gd name="connsiteX0" fmla="*/ 0 w 8485632"/>
              <a:gd name="connsiteY0" fmla="*/ 0 h 1490472"/>
              <a:gd name="connsiteX1" fmla="*/ 8485632 w 8485632"/>
              <a:gd name="connsiteY1" fmla="*/ 0 h 1490472"/>
              <a:gd name="connsiteX2" fmla="*/ 8485632 w 8485632"/>
              <a:gd name="connsiteY2" fmla="*/ 1490472 h 1490472"/>
              <a:gd name="connsiteX3" fmla="*/ 0 w 8485632"/>
              <a:gd name="connsiteY3" fmla="*/ 1490472 h 1490472"/>
              <a:gd name="connsiteX4" fmla="*/ 0 w 8485632"/>
              <a:gd name="connsiteY4" fmla="*/ 0 h 1490472"/>
              <a:gd name="connsiteX0-1" fmla="*/ 0 w 8485632"/>
              <a:gd name="connsiteY0-2" fmla="*/ 0 h 1490472"/>
              <a:gd name="connsiteX1-3" fmla="*/ 8485632 w 8485632"/>
              <a:gd name="connsiteY1-4" fmla="*/ 0 h 1490472"/>
              <a:gd name="connsiteX2-5" fmla="*/ 8485632 w 8485632"/>
              <a:gd name="connsiteY2-6" fmla="*/ 1490472 h 1490472"/>
              <a:gd name="connsiteX3-7" fmla="*/ 0 w 8485632"/>
              <a:gd name="connsiteY3-8" fmla="*/ 1490472 h 1490472"/>
              <a:gd name="connsiteX4-9" fmla="*/ 0 w 8485632"/>
              <a:gd name="connsiteY4-10" fmla="*/ 0 h 1490472"/>
              <a:gd name="connsiteX0-11" fmla="*/ 491744 w 8977376"/>
              <a:gd name="connsiteY0-12" fmla="*/ 0 h 1490472"/>
              <a:gd name="connsiteX1-13" fmla="*/ 8977376 w 8977376"/>
              <a:gd name="connsiteY1-14" fmla="*/ 0 h 1490472"/>
              <a:gd name="connsiteX2-15" fmla="*/ 8977376 w 8977376"/>
              <a:gd name="connsiteY2-16" fmla="*/ 1490472 h 1490472"/>
              <a:gd name="connsiteX3-17" fmla="*/ 491744 w 8977376"/>
              <a:gd name="connsiteY3-18" fmla="*/ 1490472 h 1490472"/>
              <a:gd name="connsiteX4-19" fmla="*/ 491744 w 8977376"/>
              <a:gd name="connsiteY4-20" fmla="*/ 0 h 1490472"/>
              <a:gd name="connsiteX0-21" fmla="*/ 617932 w 9103564"/>
              <a:gd name="connsiteY0-22" fmla="*/ 0 h 1490472"/>
              <a:gd name="connsiteX1-23" fmla="*/ 9103564 w 9103564"/>
              <a:gd name="connsiteY1-24" fmla="*/ 0 h 1490472"/>
              <a:gd name="connsiteX2-25" fmla="*/ 9103564 w 9103564"/>
              <a:gd name="connsiteY2-26" fmla="*/ 1490472 h 1490472"/>
              <a:gd name="connsiteX3-27" fmla="*/ 617932 w 9103564"/>
              <a:gd name="connsiteY3-28" fmla="*/ 1490472 h 1490472"/>
              <a:gd name="connsiteX4-29" fmla="*/ 617932 w 9103564"/>
              <a:gd name="connsiteY4-30" fmla="*/ 0 h 1490472"/>
              <a:gd name="connsiteX0-31" fmla="*/ 471887 w 8957519"/>
              <a:gd name="connsiteY0-32" fmla="*/ 0 h 1490472"/>
              <a:gd name="connsiteX1-33" fmla="*/ 8957519 w 8957519"/>
              <a:gd name="connsiteY1-34" fmla="*/ 0 h 1490472"/>
              <a:gd name="connsiteX2-35" fmla="*/ 8957519 w 8957519"/>
              <a:gd name="connsiteY2-36" fmla="*/ 1490472 h 1490472"/>
              <a:gd name="connsiteX3-37" fmla="*/ 471887 w 8957519"/>
              <a:gd name="connsiteY3-38" fmla="*/ 1490472 h 1490472"/>
              <a:gd name="connsiteX4-39" fmla="*/ 471887 w 8957519"/>
              <a:gd name="connsiteY4-40" fmla="*/ 0 h 1490472"/>
              <a:gd name="connsiteX0-41" fmla="*/ 542128 w 9027760"/>
              <a:gd name="connsiteY0-42" fmla="*/ 0 h 1490472"/>
              <a:gd name="connsiteX1-43" fmla="*/ 9027760 w 9027760"/>
              <a:gd name="connsiteY1-44" fmla="*/ 0 h 1490472"/>
              <a:gd name="connsiteX2-45" fmla="*/ 9027760 w 9027760"/>
              <a:gd name="connsiteY2-46" fmla="*/ 1490472 h 1490472"/>
              <a:gd name="connsiteX3-47" fmla="*/ 542128 w 9027760"/>
              <a:gd name="connsiteY3-48" fmla="*/ 1490472 h 1490472"/>
              <a:gd name="connsiteX4-49" fmla="*/ 542128 w 9027760"/>
              <a:gd name="connsiteY4-50" fmla="*/ 0 h 1490472"/>
              <a:gd name="connsiteX0-51" fmla="*/ 531634 w 9017266"/>
              <a:gd name="connsiteY0-52" fmla="*/ 0 h 1490472"/>
              <a:gd name="connsiteX1-53" fmla="*/ 9017266 w 9017266"/>
              <a:gd name="connsiteY1-54" fmla="*/ 0 h 1490472"/>
              <a:gd name="connsiteX2-55" fmla="*/ 9017266 w 9017266"/>
              <a:gd name="connsiteY2-56" fmla="*/ 1490472 h 1490472"/>
              <a:gd name="connsiteX3-57" fmla="*/ 531634 w 9017266"/>
              <a:gd name="connsiteY3-58" fmla="*/ 1490472 h 1490472"/>
              <a:gd name="connsiteX4-59" fmla="*/ 531634 w 9017266"/>
              <a:gd name="connsiteY4-60" fmla="*/ 0 h 14904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9017266" h="1490472">
                <a:moveTo>
                  <a:pt x="531634" y="0"/>
                </a:moveTo>
                <a:lnTo>
                  <a:pt x="9017266" y="0"/>
                </a:lnTo>
                <a:lnTo>
                  <a:pt x="9017266" y="1490472"/>
                </a:lnTo>
                <a:lnTo>
                  <a:pt x="531634" y="1490472"/>
                </a:lnTo>
                <a:cubicBezTo>
                  <a:pt x="-199886" y="1432560"/>
                  <a:pt x="-154166" y="76200"/>
                  <a:pt x="531634" y="0"/>
                </a:cubicBezTo>
                <a:close/>
              </a:path>
            </a:pathLst>
          </a:custGeom>
          <a:solidFill>
            <a:schemeClr val="bg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schemeClr val="l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3" name="文本框 13"/>
          <p:cNvSpPr txBox="1"/>
          <p:nvPr/>
        </p:nvSpPr>
        <p:spPr>
          <a:xfrm>
            <a:off x="551180" y="2389505"/>
            <a:ext cx="11120120" cy="76835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en-US" altLang="en-US" sz="4400" b="1" dirty="0">
                <a:solidFill>
                  <a:srgbClr val="00B0F0"/>
                </a:solidFill>
                <a:latin typeface="Microsoft YaHei" pitchFamily="34" charset="-122"/>
                <a:ea typeface="Microsoft YaHei" pitchFamily="34" charset="-122"/>
              </a:rPr>
              <a:t> Week04 - Navigation with UIKit</a:t>
            </a:r>
            <a:endParaRPr lang="en-US" altLang="en-US" sz="4400" b="1" dirty="0">
              <a:solidFill>
                <a:srgbClr val="00B0F0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cxnSp>
        <p:nvCxnSpPr>
          <p:cNvPr id="15" name="直接连接符 14"/>
          <p:cNvCxnSpPr/>
          <p:nvPr/>
        </p:nvCxnSpPr>
        <p:spPr>
          <a:xfrm>
            <a:off x="625158" y="3263583"/>
            <a:ext cx="7888605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25" name="文本框 15"/>
          <p:cNvSpPr txBox="1"/>
          <p:nvPr/>
        </p:nvSpPr>
        <p:spPr>
          <a:xfrm>
            <a:off x="588963" y="34004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 the AI Era(Swift + SwiftUI)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2" name="文本框 15"/>
          <p:cNvSpPr txBox="1"/>
          <p:nvPr/>
        </p:nvSpPr>
        <p:spPr>
          <a:xfrm>
            <a:off x="7103428" y="5876925"/>
            <a:ext cx="4481512" cy="368300"/>
          </a:xfrm>
          <a:prstGeom prst="rect">
            <a:avLst/>
          </a:prstGeom>
          <a:noFill/>
          <a:ln w="9525">
            <a:noFill/>
          </a:ln>
        </p:spPr>
        <p:txBody>
          <a:bodyPr anchor="t" anchorCtr="0">
            <a:spAutoFit/>
          </a:bodyPr>
          <a:p>
            <a:r>
              <a:rPr lang="en-US" altLang="en-US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Instructor : </a:t>
            </a:r>
            <a:r>
              <a:rPr lang="en-US" altLang="zh-CN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Mr. Nem Sothea</a:t>
            </a:r>
            <a:endParaRPr lang="en-US" altLang="zh-CN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  <p:sp>
        <p:nvSpPr>
          <p:cNvPr id="3" name="文本框 15"/>
          <p:cNvSpPr txBox="1"/>
          <p:nvPr/>
        </p:nvSpPr>
        <p:spPr>
          <a:xfrm>
            <a:off x="8331200" y="6189980"/>
            <a:ext cx="3339465" cy="337185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pPr algn="l"/>
            <a:r>
              <a:rPr lang="en-US" altLang="zh-CN" sz="1600" dirty="0">
                <a:solidFill>
                  <a:schemeClr val="bg1"/>
                </a:solidFill>
                <a:latin typeface="Microsoft YaHei" pitchFamily="34" charset="-122"/>
                <a:ea typeface="Microsoft YaHei" pitchFamily="34" charset="-122"/>
              </a:rPr>
              <a:t>nemsothea13@gmail.com</a:t>
            </a:r>
            <a:endParaRPr lang="en-US" altLang="zh-CN" sz="1600" dirty="0">
              <a:solidFill>
                <a:schemeClr val="bg1"/>
              </a:solidFill>
              <a:latin typeface="Microsoft YaHei" pitchFamily="34" charset="-122"/>
              <a:ea typeface="Microsoft YaHei" pitchFamily="34" charset="-122"/>
            </a:endParaRP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Overall Course Objective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9752330" cy="256667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By the end of this 3-hour session, students will be able to build a two-screen app that uses a navigation controller to display a list of items and navigate to a detail view, implementing both forward and backward data passing.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2265680" y="3198495"/>
            <a:ext cx="7660640" cy="156845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 algn="ctr"/>
            <a:r>
              <a:rPr lang="en-US" altLang="en-US" sz="96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Path 1</a:t>
            </a:r>
            <a:endParaRPr lang="en-US" altLang="en-US" sz="96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The Navigation Stack – UINavigationController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rcRect r="45447" b="49244"/>
          <a:stretch>
            <a:fillRect/>
          </a:stretch>
        </p:blipFill>
        <p:spPr>
          <a:xfrm>
            <a:off x="8743950" y="3128645"/>
            <a:ext cx="3082290" cy="1975485"/>
          </a:xfrm>
          <a:prstGeom prst="rect">
            <a:avLst/>
          </a:prstGeom>
        </p:spPr>
      </p:pic>
      <p:sp>
        <p:nvSpPr>
          <p:cNvPr id="13" name="Text Box 12"/>
          <p:cNvSpPr txBox="1"/>
          <p:nvPr/>
        </p:nvSpPr>
        <p:spPr>
          <a:xfrm>
            <a:off x="989330" y="1328420"/>
            <a:ext cx="9752330" cy="483108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What is UINavigationController? Explain it as a "stack manager" for view controllers.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The Stack images: Use the relation of a stack of plates. You can only add (push) to the top or remove (pop) from the top.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Visual Components: Show the Navigation Bar (title, back button) and the UINavigationController provides it automatically.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b="1" i="1">
                <a:solidFill>
                  <a:srgbClr val="F8FAFF"/>
                </a:solidFill>
                <a:latin typeface="quote-cjk-patch"/>
                <a:ea typeface="quote-cjk-patch"/>
              </a:rPr>
              <a:t>Key Methods:</a:t>
            </a:r>
            <a:endParaRPr lang="en-US" altLang="en-US" sz="1600" b="1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pushViewController(_:animated:) -&gt; Adds a new screen to the stack.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popViewController(animated:) -&gt; Removes the top screen from the stack.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Live Coding - Building the Foundation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89330" y="1328420"/>
            <a:ext cx="10064750" cy="486156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Start a new  name as "Single View App" Xcode project.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Delete the default ViewController.swift and its scene from Main.storyboard.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Create ItemListViewController (UITableViewController):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Drag a Table View Controller into the storyboard. Set it as the "Initial View Controller".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Create a new Cocoa Touch Class for it, subclassing UITableViewController.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In the storyboard, set the custom class of the Table View Controller.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In viewDidLoad(), give the navigation bar a title: title = "My Items".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Live Coding - Building the Foundation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989330" y="1328420"/>
            <a:ext cx="10064750" cy="486156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Embed in Navigation Controller: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Select the Table View Controller in the storyboard.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Go to Editor &gt; Embed In &gt; Navigation Controller. Xcode will make the Navigation Controller the initial view controller.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Show students the navigation bar that now appears.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Create ItemDetailViewController (UIViewController):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Drag a standard View Controller into the storyboard.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Create a new Cocoa Touch Class for it, subclassing UIViewController.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Set the custom class in the storyboard.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Add a UILabel to the center of the view. This will later display the selected item.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989330" y="803275"/>
            <a:ext cx="76606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 **Hands-On Activity - Manual Push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13" name="Text Box 12"/>
          <p:cNvSpPr txBox="1"/>
          <p:nvPr/>
        </p:nvSpPr>
        <p:spPr>
          <a:xfrm>
            <a:off x="989330" y="1328420"/>
            <a:ext cx="10064750" cy="4861560"/>
          </a:xfrm>
          <a:prstGeom prst="rect">
            <a:avLst/>
          </a:prstGeom>
        </p:spPr>
        <p:txBody>
          <a:bodyPr>
            <a:noAutofit/>
          </a:bodyPr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Task: Create a button on the ItemListViewController that, when pressed, pushes the ItemDetailViewController onto the stack.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Steps: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Add a UIButton to the prototype cell in the ItemListViewController scene (or just use the default cell for now).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Create an @IBAction in ItemListViewController.swift.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Inside the IBAction, get a reference to the ItemDetailViewController from the storyboard using instantiateViewController(withIdentifier:). (You must set the Storyboard ID for the detail VC first!).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  <a:p>
            <a:pPr marL="285750" indent="-28575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Wingdings" panose="05000000000000000000" charset="0"/>
              <a:buChar char=""/>
            </a:pPr>
            <a:r>
              <a:rPr lang="en-US" altLang="en-US" sz="1600" i="1">
                <a:solidFill>
                  <a:srgbClr val="F8FAFF"/>
                </a:solidFill>
                <a:latin typeface="quote-cjk-patch"/>
                <a:ea typeface="quote-cjk-patch"/>
              </a:rPr>
              <a:t>Use navigationController?.pushViewController(detailVC, animated: true).</a:t>
            </a:r>
            <a:endParaRPr lang="en-US" altLang="en-US" sz="1600" i="1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/>
      <p:pic>
        <p:nvPicPr>
          <p:cNvPr id="5121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1" name="Text Box 10"/>
          <p:cNvSpPr txBox="1"/>
          <p:nvPr/>
        </p:nvSpPr>
        <p:spPr>
          <a:xfrm>
            <a:off x="1016000" y="902970"/>
            <a:ext cx="6060440" cy="460375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/>
            <a:r>
              <a:rPr lang="en-US" altLang="en-US" sz="2400" b="0" i="0">
                <a:solidFill>
                  <a:srgbClr val="F8FAFF"/>
                </a:solidFill>
                <a:latin typeface="Microsoft YaHei" charset="0"/>
                <a:ea typeface="quote-cjk-patch"/>
                <a:cs typeface="Microsoft YaHei" charset="0"/>
              </a:rPr>
              <a:t>Questions?</a:t>
            </a:r>
            <a:endParaRPr lang="en-US" altLang="en-US" sz="2400" b="0" i="0">
              <a:solidFill>
                <a:srgbClr val="F8FAFF"/>
              </a:solidFill>
              <a:latin typeface="Microsoft YaHei" charset="0"/>
              <a:ea typeface="quote-cjk-patch"/>
              <a:cs typeface="Microsoft YaHei" charset="0"/>
            </a:endParaRPr>
          </a:p>
        </p:txBody>
      </p:sp>
      <p:sp>
        <p:nvSpPr>
          <p:cNvPr id="4" name="Text Box 3"/>
          <p:cNvSpPr txBox="1"/>
          <p:nvPr/>
        </p:nvSpPr>
        <p:spPr>
          <a:xfrm>
            <a:off x="1016000" y="1488440"/>
            <a:ext cx="7903210" cy="978535"/>
          </a:xfrm>
          <a:prstGeom prst="rect">
            <a:avLst/>
          </a:prstGeom>
        </p:spPr>
        <p:txBody>
          <a:bodyPr wrap="square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"/>
            </a:pPr>
            <a:r>
              <a:rPr lang="en-US" altLang="en-US" sz="1800">
                <a:solidFill>
                  <a:srgbClr val="FFFFFF"/>
                </a:solidFill>
              </a:rPr>
              <a:t>Next Week: </a:t>
            </a:r>
            <a:r>
              <a:rPr lang="en-US" altLang="en-US" sz="1800">
                <a:solidFill>
                  <a:srgbClr val="FF0000"/>
                </a:solidFill>
              </a:rPr>
              <a:t>Navigation - Moving between multiple screens!</a:t>
            </a:r>
            <a:endParaRPr lang="en-US" altLang="en-US" sz="1800">
              <a:solidFill>
                <a:srgbClr val="FF0000"/>
              </a:solidFill>
            </a:endParaRPr>
          </a:p>
        </p:txBody>
      </p:sp>
      <p:sp>
        <p:nvSpPr>
          <p:cNvPr id="2" name="Text Box 1"/>
          <p:cNvSpPr txBox="1"/>
          <p:nvPr/>
        </p:nvSpPr>
        <p:spPr>
          <a:xfrm>
            <a:off x="2353310" y="3994785"/>
            <a:ext cx="7670165" cy="3622675"/>
          </a:xfrm>
          <a:prstGeom prst="rect">
            <a:avLst/>
          </a:prstGeom>
        </p:spPr>
        <p:txBody>
          <a:bodyPr>
            <a:noAutofit/>
          </a:bodyPr>
          <a:p>
            <a:pPr marL="0" algn="ctr">
              <a:lnSpc>
                <a:spcPts val="2860"/>
              </a:lnSpc>
              <a:spcBef>
                <a:spcPct val="0"/>
              </a:spcBef>
              <a:spcAft>
                <a:spcPct val="0"/>
              </a:spcAft>
              <a:buFont typeface="Arial" panose="020B0604020202090204"/>
            </a:pPr>
            <a:r>
              <a:rPr lang="en-US" altLang="zh-CN" sz="9600" b="0" i="0">
                <a:solidFill>
                  <a:srgbClr val="F8FAFF"/>
                </a:solidFill>
                <a:latin typeface="quote-cjk-patch"/>
                <a:ea typeface="quote-cjk-patch"/>
              </a:rPr>
              <a:t>Thank you!</a:t>
            </a:r>
            <a:endParaRPr lang="en-US" altLang="zh-CN" sz="9600" b="0" i="0">
              <a:solidFill>
                <a:srgbClr val="F8FAFF"/>
              </a:solidFill>
              <a:latin typeface="quote-cjk-patch"/>
              <a:ea typeface="quote-cjk-patch"/>
            </a:endParaRPr>
          </a:p>
        </p:txBody>
      </p:sp>
    </p:spTree>
  </p:cSld>
  <p:clrMapOvr>
    <a:masterClrMapping/>
  </p:clrMapOvr>
  <p:transition spd="slow">
    <p:wipe/>
  </p:transition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2659</Words>
  <Application>WPS Presentation</Application>
  <PresentationFormat>自定义</PresentationFormat>
  <Paragraphs>61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7" baseType="lpstr">
      <vt:lpstr>Arial</vt:lpstr>
      <vt:lpstr>SimSun</vt:lpstr>
      <vt:lpstr>Wingdings</vt:lpstr>
      <vt:lpstr>Calibri</vt:lpstr>
      <vt:lpstr>Helvetica Neue</vt:lpstr>
      <vt:lpstr>宋体-简</vt:lpstr>
      <vt:lpstr>Calibri Light</vt:lpstr>
      <vt:lpstr>Microsoft YaHei</vt:lpstr>
      <vt:lpstr>汉仪旗黑</vt:lpstr>
      <vt:lpstr>Microsoft YaHei</vt:lpstr>
      <vt:lpstr>quote-cjk-patch</vt:lpstr>
      <vt:lpstr>Wingdings</vt:lpstr>
      <vt:lpstr>Arial</vt:lpstr>
      <vt:lpstr>Microsoft YaHei</vt:lpstr>
      <vt:lpstr>Arial Unicode MS</vt:lpstr>
      <vt:lpstr>SimSun</vt:lpstr>
      <vt:lpstr>Thonburi</vt:lpstr>
      <vt:lpstr>var(--ds-font-family-code)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nem path</cp:lastModifiedBy>
  <cp:revision>668</cp:revision>
  <dcterms:created xsi:type="dcterms:W3CDTF">2025-10-19T14:46:54Z</dcterms:created>
  <dcterms:modified xsi:type="dcterms:W3CDTF">2025-10-19T14:46:54Z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1033-12.1.21937.21937</vt:lpwstr>
  </property>
  <property fmtid="{D5CDD505-2E9C-101B-9397-08002B2CF9AE}" pid="3" name="ICV">
    <vt:lpwstr>4652830370BA95541050AD68A735B2E2_41</vt:lpwstr>
  </property>
</Properties>
</file>