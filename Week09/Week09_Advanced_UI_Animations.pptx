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1828800" cy="4572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WEEK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Advanced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1BB889"/>
                </a:solidFill>
              </a:rPr>
              <a:t>&amp; Animations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AAABB"/>
                </a:solidFill>
              </a:rPr>
              <a:t>SmartFarmerAssistant — Polishing a Professional iOS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ViewModifiers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FarmCard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Animations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59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Pull-to-Refresh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Dark Mode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8700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Accessibility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B889"/>
                </a:solidFill>
              </a:rPr>
              <a:t>📋  Agenda — Week 9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02920" cy="566928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Custom ViewModifiers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350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Consistent styling across all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02920" cy="566928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Reusable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94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FarmCard · PrimaryButton · SectionHeader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502920" cy="566928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8346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34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Animations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63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Fade-in lists · Scale-press buttons · Slide-in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502920" cy="5669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749039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7490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Pull-to-Refresh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Async refreshable + skeleton loading states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566928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63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Dark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926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Adaptive colors · systemBackground semantics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02920" cy="566928"/>
          </a:xfrm>
          <a:prstGeom prst="rect">
            <a:avLst/>
          </a:prstGeom>
          <a:solidFill>
            <a:srgbClr val="E94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5778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77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Accessibility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9070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VoiceOver labels · Dynamic Type · A11y hints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B889"/>
                </a:solidFill>
              </a:rPr>
              <a:t>🎨  Custom ViewModifiers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is a ViewModifier?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BB889"/>
                </a:solidFill>
              </a:rPr>
              <a:t>• </a:t>
            </a:r>
            <a:r>
              <a:rPr sz="1400">
                <a:solidFill>
                  <a:srgbClr val="FFFFFF"/>
                </a:solidFill>
              </a:rPr>
              <a:t>A reusable block of view transformations (background, shadow, corner radius…)</a:t>
            </a:r>
          </a:p>
          <a:p>
            <a:pPr algn="l"/>
            <a:r>
              <a:rPr sz="1400">
                <a:solidFill>
                  <a:srgbClr val="1BB889"/>
                </a:solidFill>
              </a:rPr>
              <a:t>• </a:t>
            </a:r>
            <a:r>
              <a:rPr sz="1400">
                <a:solidFill>
                  <a:srgbClr val="FFFFFF"/>
                </a:solidFill>
              </a:rPr>
              <a:t>Applied with .modifier(MyModifier()) or the shorter .myModifier() extension</a:t>
            </a:r>
          </a:p>
          <a:p>
            <a:pPr algn="l"/>
            <a:r>
              <a:rPr sz="1400">
                <a:solidFill>
                  <a:srgbClr val="1BB889"/>
                </a:solidFill>
              </a:rPr>
              <a:t>• </a:t>
            </a:r>
            <a:r>
              <a:rPr sz="1400">
                <a:solidFill>
                  <a:srgbClr val="FFFFFF"/>
                </a:solidFill>
              </a:rPr>
              <a:t>Keeps view code DRY — one change updates every card in the app</a:t>
            </a:r>
          </a:p>
          <a:p>
            <a:pPr algn="l"/>
            <a:r>
              <a:rPr sz="1400">
                <a:solidFill>
                  <a:srgbClr val="1BB889"/>
                </a:solidFill>
              </a:rPr>
              <a:t>• </a:t>
            </a:r>
            <a:r>
              <a:rPr sz="1400">
                <a:solidFill>
                  <a:srgbClr val="FFFFFF"/>
                </a:solidFill>
              </a:rPr>
              <a:t>Can hold @State, @Environment, and respond to dark mode / accessibility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868680"/>
            <a:ext cx="4160520" cy="32004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82712" y="1005839"/>
            <a:ext cx="383133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C9C8"/>
                </a:solidFill>
                <a:latin typeface="Courier New"/>
              </a:rPr>
              <a:t>struct FarmCardModifier: ViewModifier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func body(content: Content) -&gt; some View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content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.background(Color(.systemBackground))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.cornerRadius(16)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.shadow(color: .black.opacity(0.08),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    radius: 10, x: 0, y: 4)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extension View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func farmCard() -&gt; some View { modifier(FarmCardModifier())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37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C8"/>
                </a:solidFill>
              </a:rPr>
              <a:t>✅  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03320"/>
            <a:ext cx="7315200" cy="82296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840480"/>
            <a:ext cx="698601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0C9C8"/>
                </a:solidFill>
                <a:latin typeface="Courier New"/>
              </a:rPr>
              <a:t>VStack { ... }</a:t>
            </a:r>
          </a:p>
          <a:p>
            <a:r>
              <a:rPr sz="1200">
                <a:solidFill>
                  <a:srgbClr val="00C9C8"/>
                </a:solidFill>
                <a:latin typeface="Courier New"/>
              </a:rPr>
              <a:t>    .farmCard()   // applies everywhere consistently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39620"/>
                </a:solidFill>
              </a:rPr>
              <a:t>✨  FadeIn &amp; ScalePress Modifiers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577840" cy="26060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FadeInModifier — staggered list entrance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577840" cy="2148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63039"/>
            <a:ext cx="5248655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FadeInModifier: ViewModifier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delay: Double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@State private var opacity: Double = 0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body(content: Content) -&gt; some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content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.opacity(opacity)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.onAppear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withAnimation(.easeOut(duration: 0.5)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.delay(delay))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opacity = 1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914400"/>
            <a:ext cx="5852160" cy="26060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7DFA"/>
                </a:solidFill>
              </a:rPr>
              <a:t>ScalePressModifier — tactile button feedback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25880"/>
            <a:ext cx="5852160" cy="2148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1" y="1463039"/>
            <a:ext cx="5522976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ScalePressModifier: ViewModifier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@GestureState private var isPressed = false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body(content: Content) -&gt; some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content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.scaleEffect(isPressed ? 0.96 : 1.0)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.animation(.spring(response: 0.3,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dampingFraction: 0.6),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value: isPressed)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.simultaneousGesture(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DragGesture(minimumDistance: 0)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.updating($isPressed)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_, state, _ in state = true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611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Usage — stagger cards in Dashboard: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11430000" cy="86868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4114800"/>
            <a:ext cx="11100816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0C9C8"/>
                </a:solidFill>
                <a:latin typeface="Courier New"/>
              </a:rPr>
              <a:t>monthlyProfitLossCard.fadeIn(delay: 0.1)</a:t>
            </a:r>
          </a:p>
          <a:p>
            <a:r>
              <a:rPr sz="1200">
                <a:solidFill>
                  <a:srgbClr val="00C9C8"/>
                </a:solidFill>
                <a:latin typeface="Courier New"/>
              </a:rPr>
              <a:t>recentTransactionsSection.fadeIn(delay: 0.2)</a:t>
            </a:r>
          </a:p>
          <a:p>
            <a:r>
              <a:rPr sz="1200">
                <a:solidFill>
                  <a:srgbClr val="00C9C8"/>
                </a:solidFill>
                <a:latin typeface="Courier New"/>
              </a:rPr>
              <a:t>QuickActionButton().scalePress()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7DFA"/>
                </a:solidFill>
              </a:rPr>
              <a:t>🃏  FarmCard — Generic Container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96112"/>
            <a:ext cx="5943600" cy="53035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33271"/>
            <a:ext cx="5614416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C9C8"/>
                </a:solidFill>
                <a:latin typeface="Courier New"/>
              </a:rPr>
              <a:t>struct FarmCard&lt;Content: View&gt;: View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title: String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icon: String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iconColor: Color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@ViewBuilder let content: () -&gt; Content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var body: some View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VStack(alignment: .leading, spacing: 0)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HStack(spacing: 10)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Image(systemName: icon)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    .foregroundColor(iconColor)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Text(title).font(.headline)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Spacer()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.padding(.horizontal, 16).padding(.vertical, 14)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Divider().padding(.horizontal, 16)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content()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.padding(.horizontal, 16).padding(.vertical, 12)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.farmCard()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486400" cy="2011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005840"/>
            <a:ext cx="5486400" cy="502920"/>
          </a:xfrm>
          <a:prstGeom prst="rect">
            <a:avLst/>
          </a:prstGeom>
          <a:solidFill>
            <a:srgbClr val="28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0515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💰  ចំណូល / ចំណាយ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490472"/>
            <a:ext cx="5394960" cy="18288"/>
          </a:xfrm>
          <a:prstGeom prst="rect">
            <a:avLst/>
          </a:prstGeom>
          <a:solidFill>
            <a:srgbClr val="AA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572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ចំណូល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57276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B889"/>
                </a:solidFill>
              </a:rPr>
              <a:t>$1,200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019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ចំណាយ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90195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E54747"/>
                </a:solidFill>
              </a:rPr>
              <a:t>$850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AABB"/>
                </a:solidFill>
              </a:rPr>
              <a:t>← FarmCard renders any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Usage: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886200"/>
            <a:ext cx="5486400" cy="173736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023360"/>
            <a:ext cx="5157216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C9C8"/>
                </a:solidFill>
                <a:latin typeface="Courier New"/>
              </a:rPr>
              <a:t>FarmCard(title: "ចំណូល / ចំណាយ",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 icon: "dollarsign.circle.fill",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 iconColor: .green)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// any SwiftUI view here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E44AD"/>
                </a:solidFill>
              </a:rPr>
              <a:t>🔘  PrimaryButton &amp; SectionHeader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E44AD"/>
                </a:solidFill>
              </a:rPr>
              <a:t>PrimaryButton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6035040" cy="51206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417319"/>
            <a:ext cx="5705855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PrimaryButton: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title: String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icon: String? = nil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color: Color = .green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action: () -&gt; Void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body: some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Button(action: action)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HStack(spacing: 8)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if let icon { Image(systemName: icon)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Text(title).font(.system(size: 17, weight: .semibold))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.foregroundColor(.white)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.frame(maxWidth: .infinity).frame(height: 54)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.background(color).cornerRadius(14)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.scalePress()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.accessibilityLabel(title)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914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C8"/>
                </a:solidFill>
              </a:rPr>
              <a:t>SectionHeader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577840" cy="51206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417319"/>
            <a:ext cx="5248655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SectionHeader: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title: String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icon: String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color: Color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actionTitle: String? = nil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action: (() -&gt; Void)? = nil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body: some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HStack(spacing: 8)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Image(systemName: icon)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.foregroundColor(color)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Text(title).font(.headline).bold()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Spacer()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if let t = actionTitle, let a = action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Button(action: a)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Text(t).font(.subheadline)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.foregroundColor(color)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39620"/>
                </a:solidFill>
              </a:rPr>
              <a:t>🎬  Slide &amp; List Animations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AABB"/>
                </a:solidFill>
              </a:rPr>
              <a:t>Three animation patterns used in Week 9: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794760" cy="50292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44475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Fade-In (Staggered)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73936"/>
            <a:ext cx="3611880" cy="18288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7451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Applied to each Dashboard section on .onAppear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28600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delay: 0.1s per section → creates a waterfall effect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69747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.easeOut(duration: 0.5).delay(delay)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3703320" cy="12344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429000"/>
            <a:ext cx="3374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C9C8"/>
                </a:solidFill>
                <a:latin typeface="Courier New"/>
              </a:rPr>
              <a:t>.fadeIn(delay: 0.1)  // P&amp;L card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.fadeIn(delay: 0.2)  // transactions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.fadeIn(delay: 0.3)  // activities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371600"/>
            <a:ext cx="3794760" cy="50292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4475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7DFA"/>
                </a:solidFill>
              </a:rPr>
              <a:t>Scale Press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399" y="1773936"/>
            <a:ext cx="3611880" cy="18288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7451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Uses @GestureState + DragGesture(minimumDistance:0)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8600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scaleEffect 1.0 → 0.96 on press, springs 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7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Applied to QuickActionButton, PrimaryButton, toolbar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79" y="3291840"/>
            <a:ext cx="3703320" cy="12344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1" y="3429000"/>
            <a:ext cx="3374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C9C8"/>
                </a:solidFill>
                <a:latin typeface="Courier New"/>
              </a:rPr>
              <a:t>.scalePress()   // on any tappable view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// spring(response:0.3, dampingFraction:0.6)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371600"/>
            <a:ext cx="3794760" cy="50292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44475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List Rows (Per-Row)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73936"/>
            <a:ext cx="3611880" cy="18288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187451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PestGuideTabView: enumerated ForEach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28600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Each row: .fadeIn(delay: Double(index) * 0.05)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69747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• Max ~20 rows × 0.05 = 1.0 s total stagger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20" y="3291840"/>
            <a:ext cx="3703320" cy="12344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3429000"/>
            <a:ext cx="3374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C9C8"/>
                </a:solidFill>
                <a:latin typeface="Courier New"/>
              </a:rPr>
              <a:t>ForEach(Array(pests.enumerated()), ...)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PestRowView(pest: pest)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.fadeIn(delay: Double(index) * 0.05)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C9C8"/>
                </a:solidFill>
              </a:rPr>
              <a:t>🔄  Pull-to-Refresh &amp; Loading States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669280" cy="292608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.refreshable — SwiftUI native (iOS 15+)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669280" cy="242316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508760"/>
            <a:ext cx="5340096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C9C8"/>
                </a:solidFill>
                <a:latin typeface="Courier New"/>
              </a:rPr>
              <a:t>ScrollView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VStack { ... 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.refreshable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isRefreshing = true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try? await Task.sleep(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nanoseconds: 1_500_000_000)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// re-fetch data here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isRefreshing = false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914400"/>
            <a:ext cx="5715000" cy="292608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98755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LoadingRowView — skeleton shimmer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5715000" cy="242316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08760"/>
            <a:ext cx="5385816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LoadingRowView: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@State private var pulse = false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body: some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VStack(alignment: .leading, spacing: 10)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RoundedRectangle(cornerRadius: 6)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.fill(Color(.systemGray4))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.frame(width: 180, height: 14)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// ... 2 more skeleton lines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.opacity(pulse ? 1.0 : 0.4)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.onAppear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withAnimation(.easeInOut(duration: 0.9)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.repeatForever(autoreverses: true))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{ pulse = true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319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Show skeleton while refreshing in PestGuideTabView: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15968"/>
            <a:ext cx="11658600" cy="178308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4453128"/>
            <a:ext cx="11329416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C9C8"/>
                </a:solidFill>
                <a:latin typeface="Courier New"/>
              </a:rPr>
              <a:t>if isLoading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List { ForEach(0..&lt;5, id: \.self) { _ in LoadingRowView() } 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} else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List { /* real pest rows */ 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.refreshable { isLoading = true; await Task.sleep(...); isLoading = false 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E44AD"/>
                </a:solidFill>
              </a:rPr>
              <a:t>🌙  Dark Mode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SwiftUI adaptive color system — automatic dark mode: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1156716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5331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Color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5331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SwiftUI Idiom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53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Adapts Automatically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55648"/>
            <a:ext cx="11567160" cy="4572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Card background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28800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Color(.systemBackground)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288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Yes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31136"/>
            <a:ext cx="1156716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04288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Grouped screen bg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04288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Color(.systemGroupedBackground)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30428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06624"/>
            <a:ext cx="11567160" cy="4572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79776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Skeleton shimmer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779776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Color(.systemGray4/5)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797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182112"/>
            <a:ext cx="1156716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4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Primary 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.primary / .foregroundColor(.primary)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25526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11567160" cy="4572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730752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Shadows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730752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.black.opacity(0.08)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73075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Subtle — stays subtle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133087"/>
            <a:ext cx="1156716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Gradient card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206240"/>
            <a:ext cx="402335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Custom RGB — keep low saturation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2062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39620"/>
                </a:solidFill>
              </a:rPr>
              <a:t>⚠️ Test manually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Key Rule: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709160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Prefer semantic UIColor names (systemBackground, label, secondaryLabel) over hardcoded hex values. SwiftUI automatically switches them in dark mode.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303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AABB"/>
                </a:solidFill>
              </a:rPr>
              <a:t>Test dark mode: Simulator → Features → Toggle Appearance  (Cmd+Shift+A)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94F97"/>
                </a:solidFill>
              </a:rPr>
              <a:t>♿ 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Accessibility Modifiers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53312"/>
            <a:ext cx="5577840" cy="74980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99032"/>
            <a:ext cx="5303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C9C8"/>
                </a:solidFill>
              </a:rPr>
              <a:t>.accessibilityLabel("...")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0078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Replaces default label for VoiceOver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57984"/>
            <a:ext cx="5577840" cy="74980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03703"/>
            <a:ext cx="5303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C9C8"/>
                </a:solidFill>
              </a:rPr>
              <a:t>.accessibilityHint("...")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054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Describes what happens on activation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62656"/>
            <a:ext cx="5577840" cy="74980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08376"/>
            <a:ext cx="5303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C9C8"/>
                </a:solidFill>
              </a:rPr>
              <a:t>.accessibilityElement(children: .combine)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101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Groups sub-elements into one focusable unit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67328"/>
            <a:ext cx="5577840" cy="74980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13048"/>
            <a:ext cx="5303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C9C8"/>
                </a:solidFill>
              </a:rPr>
              <a:t>.accessibilityLabel(pest.name ?? "")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14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Per-row label in PestGuide 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572000"/>
            <a:ext cx="5577840" cy="74980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17720"/>
            <a:ext cx="5303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C9C8"/>
                </a:solidFill>
              </a:rPr>
              <a:t>NavigationView label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194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Added to top-level nav for screen 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9144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AccessibilityCardModifier (custom)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325880"/>
            <a:ext cx="5852160" cy="365760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1463039"/>
            <a:ext cx="5522976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C9C8"/>
                </a:solidFill>
                <a:latin typeface="Courier New"/>
              </a:rPr>
              <a:t>struct AccessibilityCardModifier: ViewModifier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label: String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hint: String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func body(content: Content) -&gt; some View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content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.accessibilityElement(children: .combine)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.accessibilityLabel(label)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.accessibilityHint(hint)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// P&amp;L card in Dashboard: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monthlyProfitLossCard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.accessibilityElement(children: .combine)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.accessibilityLabel("ចំណេញ / ខាត \(pl.formattedCurrency)")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4864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</a:rPr>
              <a:t>Dynamic Type: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54864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Use .font(.headline), .font(.caption) — NOT fixed Pt sizes — so text scales with user preferences.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</a:rPr>
              <a:t>📊  Before vs After — Week 9 Polish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48640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5486400" cy="41148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5097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❌  Before (Week 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Inline styling repeated in every view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Buttons respond instantly — no tactile feedback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Lists appear all at once — jarring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No pull-to-refresh on any screen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Empty states show plain grey text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VoiceOver reads raw element children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Hardcoded white backgrounds break in dark mode</a:t>
            </a:r>
          </a:p>
          <a:p>
            <a:pPr algn="l"/>
            <a:r>
              <a:rPr sz="1200">
                <a:solidFill>
                  <a:srgbClr val="E54747"/>
                </a:solidFill>
              </a:rPr>
              <a:t>• </a:t>
            </a:r>
            <a:r>
              <a:rPr sz="1200">
                <a:solidFill>
                  <a:srgbClr val="AAAABB"/>
                </a:solidFill>
              </a:rPr>
              <a:t>No loading indicator while data 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14400"/>
            <a:ext cx="566928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669280" cy="4114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9509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✅  After (Week 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.farmCard() modifier centralises all card styling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.scalePress() gives springy tactile press animation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.fadeIn(delay:) staggers row appearance smoothly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.refreshable {} on Dashboard, Finance, PestGuide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EmptyStateView with icon + title + action button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accessibilityLabel on every focusable element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Color(.systemBackground) auto-adapts light/dark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LoadingRowView skeleton while refreshing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B889"/>
                </a:solidFill>
              </a:rPr>
              <a:t>🎯  Summary &amp;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Week 9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Components/ViewModifiers.swift — 5 modifiers + View extensions</a:t>
            </a:r>
          </a:p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Components/FarmCard.swift — generic card container</a:t>
            </a:r>
          </a:p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Components/PrimaryButton.swift — 3 button variants</a:t>
            </a:r>
          </a:p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Components/SectionHeader.swift — header + skeleton + empty state</a:t>
            </a:r>
          </a:p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Dashboard: fade-in stagger, pull-to-refresh, accessibility labels</a:t>
            </a:r>
          </a:p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PestGuide: per-row fade, skeleton loading, refreshable list</a:t>
            </a:r>
          </a:p>
          <a:p>
            <a:pPr algn="l"/>
            <a:r>
              <a:rPr sz="1250">
                <a:solidFill>
                  <a:srgbClr val="1BB889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Finance: staggered summary cards, pull-to-refresh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914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Coming Up —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CloudKit sync — share farm data across devices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WidgetKit — farm summary on the Home Screen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App Store submission checklist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TestFlight internal distribution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Performance profiling with Instruments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349240"/>
            <a:ext cx="11658600" cy="11430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949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💡  Key Takeaway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742432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Polished UX is not about adding complexity — it's about applying consistent patterns (ViewModifiers, reusable components) that make every interaction feel intentional.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