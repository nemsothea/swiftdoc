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Week 01 · SmartFarmer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BB889"/>
                </a:solidFill>
              </a:rPr>
              <a:t>រៀបចំ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&amp; MVVM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iOS 13+  ·  SwiftUI  ·  ObservableObject  ·  CoreData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9601200" cy="36576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Folder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Data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ViewModel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TabView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Khmer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SmartFarmer Assistant · ភ្នំពេញ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📋  មាតិកា Week 01 ·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5544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325880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2070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MVVM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7373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Model · View · ViewModel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5544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325880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070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Xcode Project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373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Create project, folder 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554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3154680"/>
            <a:ext cx="54864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30358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Data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566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Transaction, FarmActivity, Pest, JournalEntry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5544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3154680"/>
            <a:ext cx="548640" cy="5486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358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FarmViewModel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566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ObservableObject + @Published properties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55448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4983479"/>
            <a:ext cx="54864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4983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864607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MainTabView &amp; Environment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39495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4-tab app + environmentObject()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🏗️  MVVM Architecture គឺជាអ្វី?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566160" cy="2560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E44AD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 structures
Transaction, FarmActivity,
Pest, JournalEntry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AABB"/>
                </a:solidFill>
              </a:rPr>
              <a:t>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005840"/>
            <a:ext cx="3566160" cy="2560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005840"/>
            <a:ext cx="73152" cy="25603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115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B889"/>
                </a:solidFill>
              </a:rPr>
              <a:t>ViewModel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Business Logic
FarmViewModel
@Published properties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AAABB"/>
                </a:solidFill>
              </a:rPr>
              <a:t>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005840"/>
            <a:ext cx="3566160" cy="2560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005840"/>
            <a:ext cx="73152" cy="25603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115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87DFA"/>
                </a:solidFill>
              </a:rPr>
              <a:t>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SwiftUI UI
FinanceTabView,
CalendarTabView...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794760"/>
            <a:ext cx="11521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Model — Pure data, no UI logic. Ex: @Model class Transaction { var amount: Double }</a:t>
            </a:r>
          </a:p>
          <a:p>
            <a:pPr algn="l"/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ViewModel — Connects Model + View. Holds @Published state, business rules.</a:t>
            </a:r>
          </a:p>
          <a:p>
            <a:pPr algn="l"/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View — SwiftUI struct. Reads ViewModel via @EnvironmentObject. Never mutates Model directly.</a:t>
            </a:r>
          </a:p>
          <a:p>
            <a:pPr algn="l"/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ហេតុអ្វីប្រើ MVVM? — Testable, reusable, clean separation of concerns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⚙️  Xcode Project Setup · រៀបចំ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66928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2344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44168"/>
            <a:ext cx="50292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File → New →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Choose iOS → App template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23160"/>
            <a:ext cx="566928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23160"/>
            <a:ext cx="73152" cy="12344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61488"/>
            <a:ext cx="50292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61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14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Configure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5351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Product Name: SmartFarmerAssistant
Interface: SwiftUI · Language: Swift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40480"/>
            <a:ext cx="566928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40480"/>
            <a:ext cx="73152" cy="12344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78808"/>
            <a:ext cx="50292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78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Deployment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7083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Set Minimum Deployments → iOS 13.0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257800"/>
            <a:ext cx="566928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257800"/>
            <a:ext cx="73152" cy="12344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596128"/>
            <a:ext cx="50292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96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349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Uncheck Core Data checkbox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7881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We create CoreDataManager manually (better control)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0058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Project Folder 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463040"/>
            <a:ext cx="5577840" cy="5212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1600200"/>
            <a:ext cx="5248655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SmartFarmerAssistant/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├── App/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└── SmartFarmerAssistantApp.swift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├── Models/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├── Transaction+CoreData.swift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├── FarmActivity+CoreData.swift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├── Pest+CoreData.swift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└── JournalEntry+CoreData.swift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├── ViewModels/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└── FarmViewModel.swift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├── Views/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├── Finance/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├── Calendar/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├── PestGuide/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└── Journal/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├── Utilities/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├── CoreDataManager.swift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│   └── Constants.swift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└── Resources/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└── Assets.xcassets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📁  Folder Structure · គោលបំណងនៃ Folder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5544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097280"/>
            <a:ext cx="274320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34440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9C8"/>
                </a:solidFill>
                <a:latin typeface="Courier New"/>
              </a:rPr>
              <a:t>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Entry point, @main struct, CoreData container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73152" cy="15544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28231" y="1097280"/>
            <a:ext cx="274320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3" y="1234440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9C8"/>
                </a:solidFill>
                <a:latin typeface="Courier New"/>
              </a:rPr>
              <a:t>Models/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NSManagedObject subclasses — pure data, no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8892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788920"/>
            <a:ext cx="73152" cy="1554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" y="2880360"/>
            <a:ext cx="274320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017520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9C8"/>
                </a:solidFill>
                <a:latin typeface="Courier New"/>
              </a:rPr>
              <a:t>ViewModels/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ObservableObject classes — business logic + CRUD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78892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788920"/>
            <a:ext cx="73152" cy="15544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8231" y="2880360"/>
            <a:ext cx="274320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3" y="3017520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9C8"/>
                </a:solidFill>
                <a:latin typeface="Courier New"/>
              </a:rPr>
              <a:t>Views/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747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SwiftUI structs — sub-folders per feature tab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57200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572000"/>
            <a:ext cx="73152" cy="155448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" y="4663440"/>
            <a:ext cx="274320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4800600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9C8"/>
                </a:solidFill>
                <a:latin typeface="Courier New"/>
              </a:rPr>
              <a:t>Utilities/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578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CoreDataManager, Constants, Extensions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57200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572000"/>
            <a:ext cx="73152" cy="15544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28231" y="4663440"/>
            <a:ext cx="274320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3" y="4800600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C9C8"/>
                </a:solidFill>
                <a:latin typeface="Courier New"/>
              </a:rPr>
              <a:t>Resources/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578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Assets.xcassets, JSON files, .xcdatamodeld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📦  Data Models Overview · គំរូទិន្នន័យ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26060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26060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B889"/>
                </a:solidFill>
              </a:rPr>
              <a:t>💰  Transaction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NSManagedObject subclass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amount: Double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9424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386584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date: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96896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34056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note: 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44368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081528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type: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29000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category: String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005840"/>
            <a:ext cx="5577840" cy="26060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73152" cy="26060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097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87DFA"/>
                </a:solidFill>
              </a:rPr>
              <a:t>📅  FarmActivity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554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NSManagedObject subclass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901952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2039112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title: String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249424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2386584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activityType: String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596896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734056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date: 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944368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081528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isCompleted: Bool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291840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3429000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reminderEnabled: Bool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840480"/>
            <a:ext cx="5577840" cy="26060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840480"/>
            <a:ext cx="73152" cy="2606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931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</a:rPr>
              <a:t>🐛  Pest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389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NSManagedObject subclass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36592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4873752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name: String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084064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5221224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pestType: 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431536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5568696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symptoms: String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779008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5916168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treatment: String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126479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6263640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isFavorite: Bool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840480"/>
            <a:ext cx="5577840" cy="26060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3840480"/>
            <a:ext cx="73152" cy="26060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931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620"/>
                </a:solidFill>
              </a:rPr>
              <a:t>📖  JournalEntry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389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NSManagedObject subclass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4736592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1112" y="4873752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date: Date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5084064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11112" y="5221224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content: String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5431536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11112" y="5568696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weather: String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5779008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11112" y="5916168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photoData: Data?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6126479"/>
            <a:ext cx="5212080" cy="3017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11112" y="6263640"/>
            <a:ext cx="4882896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location: String?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💰  Transaction Model · CoreData @NSManaged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Transaction+CoreDataClass.swift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53492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5248655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Models/Transaction+CoreDataClass.swift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@objc(Transaction)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public class Transaction: NSManagedObject {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Models/Transaction+CoreDataProperties.swift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extension Transaction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@nonobjc public class func fetchRequest()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-&gt; NSFetchRequest&lt;Transaction&gt;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return NSFetchRequest&lt;Transaction&gt;(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entityName: "Transaction")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amount:   Double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date:     Date?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note:  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type:  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category: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id:       UUID?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extension Transaction: Identifiable {}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914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TransactionType Enums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371600"/>
            <a:ext cx="5760720" cy="3474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08760"/>
            <a:ext cx="5431536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Models/TransactionType.swift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enum ExpenseCategory: String, CaseIterable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seeds      = "គ្រាប់ពូជ"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fertilizer = "ជី"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labor      = "កម្លាំងពលកម្ម"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tools      = "ឧបករណ៍"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other      = "ផ្សេងៗ"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enum IncomeCategory: String, CaseIterable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vegetable = "បន្លែ"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fruit     = "ផ្លែឈើ"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grain     = "ស្រូវ-ដំណាំ"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livestock = "សត្វ"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other     = "ផ្សេងៗ"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5074920"/>
            <a:ext cx="576072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5074920"/>
            <a:ext cx="73152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51206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💡  CoreData ប្រើ @NSManaged  (ជំនួស stored property)
    Codegen → Manual/None (ដើម្បីចៀសវាង build error)
    id: UUID → Identifiable conformance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📅🐛  FarmActivity &amp; Pest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FarmActivity+CoreDataProperties.swift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577840" cy="53949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463039"/>
            <a:ext cx="5248655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extension FarmActivity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id:              UUID?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title:        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activityType: 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date:            Date?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notes:        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isCompleted:     Bool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reminderEnabled: Bool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enum ActivityType: String, CaseIterable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planting     = "ដាំ"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watering     = "ស្រោចទឹក"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fertilizing  = "ដាក់ជី"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harvesting   = "ប្រមូលផល"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pesticide    = "បាញ់ថ្នាំ"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case other        = "ផ្សេងៗ"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914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Pest+CoreDataProperties.swift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325880"/>
            <a:ext cx="5760720" cy="53949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463039"/>
            <a:ext cx="5431536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extension Pest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id:         UUID?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name:    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pestType: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symptoms: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treatment: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prevention: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imageName: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isFavorite: Bool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JournalEntry+CoreDataProperties.swift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extension JournalEntry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id:        UUID?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date:      Date?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content: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weather: 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photoData: Data?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@NSManaged public var location:  String?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🧠  FarmViewModel · ObservableObject (iOS 13+)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21792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88873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ViewModels/FarmViewModel.swift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import Foundation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import SwiftUI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import CoreData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✅ ObservableObject for iOS 13+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❌ Do NOT use @Observable (requires iOS 17)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class FarmViewModel: ObservableObject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private var context: NSManagedObjectContext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init(context: NSManagedObjectContext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= CoreDataManager.shared.context)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self.context = context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MARK: - Helper Methods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formatCurrency(_ amount: Double) -&gt; String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let f = NumberFormatter()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f.numberStyle = .currency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f.locale = Locale(identifier: "en_US")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return f.string(from: NSNumber(value: amount))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?? "$0.00"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formatDate(_ date: Date) -&gt; String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let f = DateFormatter()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f.locale = Locale(identifier: "km-KH")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f.dateStyle = .medium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return f.string(from: date)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005840"/>
            <a:ext cx="51206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005840"/>
            <a:ext cx="73152" cy="12801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ObservableObject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36192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Base protocol — SwiftUI
watches this object for
changes (iOS 13+)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441448"/>
            <a:ext cx="51206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441448"/>
            <a:ext cx="73152" cy="12801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5328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@Published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7180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MarkUp ← property ⟹
view updates automatically
when value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3877056"/>
            <a:ext cx="51206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3877056"/>
            <a:ext cx="73152" cy="12801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9684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@StateObject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40740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 in root view to OWN
the ViewModel instance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5312664"/>
            <a:ext cx="51206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5312664"/>
            <a:ext cx="73152" cy="128016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540410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@EnvironmentObject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843016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 in child views to
READ the shared ViewModel
passed via environment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📱  MainTabView · 4-Tab App + environmentObject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4008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0716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Views/MainTabView.swift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struct MainTabView: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✅ @StateObject — owns the ViewModel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@StateObject private var viewModel: FarmViewModel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@State private var selectedTab = 0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@Environment(\.managedObjectContext)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private var viewContext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init()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_viewModel = StateObject(wrappedValue: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FarmViewModel(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context: CoreDataManager.shared.context))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TabView(selection: $selectedTab)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FinanceTabView()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.tabItem { Label("ហិរញ្ញវត្ថុ",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systemImage: "dollarsign.circle")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.tag(0)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.environment(\.managedObjectContext,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         viewContext)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// ... Calendar, Pest, Journal tabs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// ✅ Pass ViewModel to ALL child views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.environmentObject(viewModel)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005840"/>
            <a:ext cx="493776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005840"/>
            <a:ext cx="73152" cy="12344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SF: dollarsign.circle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B889"/>
                </a:solidFill>
              </a:rPr>
              <a:t>ហិរញ្ញវត្ថុ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Finance Tracker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441448"/>
            <a:ext cx="493776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441448"/>
            <a:ext cx="73152" cy="12344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532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SF: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8529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7DFA"/>
                </a:solidFill>
              </a:rPr>
              <a:t>ប្រតិទិន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264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Calendar &amp; Reminders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3877056"/>
            <a:ext cx="493776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3877056"/>
            <a:ext cx="73152" cy="1234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968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SF: bug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2885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E44AD"/>
                </a:solidFill>
              </a:rPr>
              <a:t>សត្វល្អិត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Pest &amp; Disease Guide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5312664"/>
            <a:ext cx="493776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5312664"/>
            <a:ext cx="73152" cy="12344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54041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SF: 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7241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620"/>
                </a:solidFill>
              </a:rPr>
              <a:t>កំណត់ហេតុ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61356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Daily Journal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🌾  Khmer Localization &amp; Constants · ភាសាខ្មែរ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76072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43153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Utilities/Constants.swift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struct AppStrings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Tab titles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financeTab  = "ហិរញ្ញវត្ថុ"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calendarTab = "ប្រតិទិន"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pestTab     = "សត្វល្អិត"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journalTab  = "កំណត់ហេតុ"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Common buttons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save   = "រក្សាទុក"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cancel = "បោះបង់"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delete = "លុប"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edit   = "កែប្រែ"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static let add    = "បន្ថែម"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Utilities/Extensions/Date+Khmer.swift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extension Date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khmerFormatted() -&gt; String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let f = DateFormatter()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f.locale = Locale(identifier: "km-KH")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f.dateStyle = .full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return f.string(from: self)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058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formatCurrency · ប្រព័ន្ធលុយ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63040"/>
            <a:ext cx="5577840" cy="2377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600200"/>
            <a:ext cx="5248655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// en_US  → $1,234.56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// km_KH  → 1.234,56 ៛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let f = NumberFormatter()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f.numberStyle = .currency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f.locale = Locale(identifier: "en_US")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let result = f.string(from: NSNumber(value: 1234.5))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// → "$1,234.50"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0233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Khmer Labels ក្នុង Enums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480560"/>
            <a:ext cx="5577840" cy="2240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4617720"/>
            <a:ext cx="5248655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case planting  = "ដាំ"        // Planting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case watering  = "ស្រោចទឹក"  // Watering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case harvesting = "ប្រមូលផល" // Harvesting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case sunny = "ថ្ងៃរះ"        // Sunny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case rainy = "ភ្លៀង"         // Rainy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📌  សង្ខេប Week 01 &amp; Mini-Project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49039" cy="5212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✅ 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" y="17556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Xcode project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" y="257860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 CoreData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1012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FarmViewModel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3308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" y="42245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MainTabView + 4 tabs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5604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Khmer constants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005840"/>
            <a:ext cx="3749039" cy="5212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005840"/>
            <a:ext cx="3749039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📋  Checklist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66420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17556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Project builds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48716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257860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 model files exist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31012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ObservableObject VM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13308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1999" y="42245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 tabs with Khmer titles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95604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environmentObject() set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1005840"/>
            <a:ext cx="3749039" cy="5212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1005840"/>
            <a:ext cx="3749039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🎯  Next: Week 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166420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17556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CoreData stack setup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48716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257860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NSPersistentContainer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31012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4015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@FetchRequest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13308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22452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CRUD operations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4956048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504748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Finance Tab complete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382512"/>
            <a:ext cx="11521440" cy="3840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099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🌾  Week 01 ចប់! — រៀបចំ foundation រួចរាល់ · Ready for CoreData in Week 02!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