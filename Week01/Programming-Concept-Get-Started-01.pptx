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4"/>
  </p:notesMasterIdLst>
  <p:handoutMasterIdLst>
    <p:handoutMasterId r:id="rId15"/>
  </p:handoutMasterIdLst>
  <p:sldIdLst>
    <p:sldId id="257" r:id="rId4"/>
    <p:sldId id="279" r:id="rId5"/>
    <p:sldId id="289" r:id="rId6"/>
    <p:sldId id="288" r:id="rId7"/>
    <p:sldId id="287" r:id="rId8"/>
    <p:sldId id="291" r:id="rId9"/>
    <p:sldId id="280" r:id="rId10"/>
    <p:sldId id="292" r:id="rId11"/>
    <p:sldId id="293" r:id="rId12"/>
    <p:sldId id="294" r:id="rId13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601"/>
    <p:restoredTop sz="94660"/>
  </p:normalViewPr>
  <p:slideViewPr>
    <p:cSldViewPr snapToGrid="0" showGuides="1">
      <p:cViewPr varScale="1">
        <p:scale>
          <a:sx n="70" d="100"/>
          <a:sy n="70" d="100"/>
        </p:scale>
        <p:origin x="-750" y="-108"/>
      </p:cViewPr>
      <p:guideLst>
        <p:guide orient="horz" pos="2160"/>
        <p:guide pos="387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sldNum="0"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ipe/>
  </p:transition>
  <p:hf sldNum="0"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hyperlink" Target="https://developer.apple.com/documentation/swift/swift_standard_library" TargetMode="Externa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hyperlink" Target="https://github.com/apple/swift" TargetMode="External"/><Relationship Id="rId2" Type="http://schemas.openxmlformats.org/officeDocument/2006/relationships/hyperlink" Target="https://hackingwithswift.com" TargetMode="Externa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hyperlink" Target="https://chat.deepseek.com/" TargetMode="External"/><Relationship Id="rId4" Type="http://schemas.openxmlformats.org/officeDocument/2006/relationships/hyperlink" Target="https://www.anthropic.com/index/claude-fordevelopers" TargetMode="External"/><Relationship Id="rId3" Type="http://schemas.openxmlformats.org/officeDocument/2006/relationships/hyperlink" Target="https://openai.com/blog/chatgpt" TargetMode="External"/><Relationship Id="rId2" Type="http://schemas.openxmlformats.org/officeDocument/2006/relationships/hyperlink" Target="https://docs.github.com/en/copilot" TargetMode="Externa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矩形 5"/>
          <p:cNvSpPr/>
          <p:nvPr/>
        </p:nvSpPr>
        <p:spPr>
          <a:xfrm flipH="1">
            <a:off x="0" y="2192338"/>
            <a:ext cx="6908800" cy="2162175"/>
          </a:xfrm>
          <a:custGeom>
            <a:avLst/>
            <a:gdLst>
              <a:gd name="connsiteX0" fmla="*/ 0 w 8485632"/>
              <a:gd name="connsiteY0" fmla="*/ 0 h 1490472"/>
              <a:gd name="connsiteX1" fmla="*/ 8485632 w 8485632"/>
              <a:gd name="connsiteY1" fmla="*/ 0 h 1490472"/>
              <a:gd name="connsiteX2" fmla="*/ 8485632 w 8485632"/>
              <a:gd name="connsiteY2" fmla="*/ 1490472 h 1490472"/>
              <a:gd name="connsiteX3" fmla="*/ 0 w 8485632"/>
              <a:gd name="connsiteY3" fmla="*/ 1490472 h 1490472"/>
              <a:gd name="connsiteX4" fmla="*/ 0 w 8485632"/>
              <a:gd name="connsiteY4" fmla="*/ 0 h 1490472"/>
              <a:gd name="connsiteX0-1" fmla="*/ 0 w 8485632"/>
              <a:gd name="connsiteY0-2" fmla="*/ 0 h 1490472"/>
              <a:gd name="connsiteX1-3" fmla="*/ 8485632 w 8485632"/>
              <a:gd name="connsiteY1-4" fmla="*/ 0 h 1490472"/>
              <a:gd name="connsiteX2-5" fmla="*/ 8485632 w 8485632"/>
              <a:gd name="connsiteY2-6" fmla="*/ 1490472 h 1490472"/>
              <a:gd name="connsiteX3-7" fmla="*/ 0 w 8485632"/>
              <a:gd name="connsiteY3-8" fmla="*/ 1490472 h 1490472"/>
              <a:gd name="connsiteX4-9" fmla="*/ 0 w 8485632"/>
              <a:gd name="connsiteY4-10" fmla="*/ 0 h 1490472"/>
              <a:gd name="connsiteX0-11" fmla="*/ 491744 w 8977376"/>
              <a:gd name="connsiteY0-12" fmla="*/ 0 h 1490472"/>
              <a:gd name="connsiteX1-13" fmla="*/ 8977376 w 8977376"/>
              <a:gd name="connsiteY1-14" fmla="*/ 0 h 1490472"/>
              <a:gd name="connsiteX2-15" fmla="*/ 8977376 w 8977376"/>
              <a:gd name="connsiteY2-16" fmla="*/ 1490472 h 1490472"/>
              <a:gd name="connsiteX3-17" fmla="*/ 491744 w 8977376"/>
              <a:gd name="connsiteY3-18" fmla="*/ 1490472 h 1490472"/>
              <a:gd name="connsiteX4-19" fmla="*/ 491744 w 8977376"/>
              <a:gd name="connsiteY4-20" fmla="*/ 0 h 1490472"/>
              <a:gd name="connsiteX0-21" fmla="*/ 617932 w 9103564"/>
              <a:gd name="connsiteY0-22" fmla="*/ 0 h 1490472"/>
              <a:gd name="connsiteX1-23" fmla="*/ 9103564 w 9103564"/>
              <a:gd name="connsiteY1-24" fmla="*/ 0 h 1490472"/>
              <a:gd name="connsiteX2-25" fmla="*/ 9103564 w 9103564"/>
              <a:gd name="connsiteY2-26" fmla="*/ 1490472 h 1490472"/>
              <a:gd name="connsiteX3-27" fmla="*/ 617932 w 9103564"/>
              <a:gd name="connsiteY3-28" fmla="*/ 1490472 h 1490472"/>
              <a:gd name="connsiteX4-29" fmla="*/ 617932 w 9103564"/>
              <a:gd name="connsiteY4-30" fmla="*/ 0 h 1490472"/>
              <a:gd name="connsiteX0-31" fmla="*/ 471887 w 8957519"/>
              <a:gd name="connsiteY0-32" fmla="*/ 0 h 1490472"/>
              <a:gd name="connsiteX1-33" fmla="*/ 8957519 w 8957519"/>
              <a:gd name="connsiteY1-34" fmla="*/ 0 h 1490472"/>
              <a:gd name="connsiteX2-35" fmla="*/ 8957519 w 8957519"/>
              <a:gd name="connsiteY2-36" fmla="*/ 1490472 h 1490472"/>
              <a:gd name="connsiteX3-37" fmla="*/ 471887 w 8957519"/>
              <a:gd name="connsiteY3-38" fmla="*/ 1490472 h 1490472"/>
              <a:gd name="connsiteX4-39" fmla="*/ 471887 w 8957519"/>
              <a:gd name="connsiteY4-40" fmla="*/ 0 h 1490472"/>
              <a:gd name="connsiteX0-41" fmla="*/ 542128 w 9027760"/>
              <a:gd name="connsiteY0-42" fmla="*/ 0 h 1490472"/>
              <a:gd name="connsiteX1-43" fmla="*/ 9027760 w 9027760"/>
              <a:gd name="connsiteY1-44" fmla="*/ 0 h 1490472"/>
              <a:gd name="connsiteX2-45" fmla="*/ 9027760 w 9027760"/>
              <a:gd name="connsiteY2-46" fmla="*/ 1490472 h 1490472"/>
              <a:gd name="connsiteX3-47" fmla="*/ 542128 w 9027760"/>
              <a:gd name="connsiteY3-48" fmla="*/ 1490472 h 1490472"/>
              <a:gd name="connsiteX4-49" fmla="*/ 542128 w 9027760"/>
              <a:gd name="connsiteY4-50" fmla="*/ 0 h 1490472"/>
              <a:gd name="connsiteX0-51" fmla="*/ 531634 w 9017266"/>
              <a:gd name="connsiteY0-52" fmla="*/ 0 h 1490472"/>
              <a:gd name="connsiteX1-53" fmla="*/ 9017266 w 9017266"/>
              <a:gd name="connsiteY1-54" fmla="*/ 0 h 1490472"/>
              <a:gd name="connsiteX2-55" fmla="*/ 9017266 w 9017266"/>
              <a:gd name="connsiteY2-56" fmla="*/ 1490472 h 1490472"/>
              <a:gd name="connsiteX3-57" fmla="*/ 531634 w 9017266"/>
              <a:gd name="connsiteY3-58" fmla="*/ 1490472 h 1490472"/>
              <a:gd name="connsiteX4-59" fmla="*/ 531634 w 9017266"/>
              <a:gd name="connsiteY4-60" fmla="*/ 0 h 14904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017266" h="1490472">
                <a:moveTo>
                  <a:pt x="531634" y="0"/>
                </a:moveTo>
                <a:lnTo>
                  <a:pt x="9017266" y="0"/>
                </a:lnTo>
                <a:lnTo>
                  <a:pt x="9017266" y="1490472"/>
                </a:lnTo>
                <a:lnTo>
                  <a:pt x="531634" y="1490472"/>
                </a:lnTo>
                <a:cubicBezTo>
                  <a:pt x="-199886" y="1432560"/>
                  <a:pt x="-154166" y="76200"/>
                  <a:pt x="531634" y="0"/>
                </a:cubicBezTo>
                <a:close/>
              </a:path>
            </a:pathLst>
          </a:custGeom>
          <a:solidFill>
            <a:schemeClr val="bg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3" name="文本框 13"/>
          <p:cNvSpPr txBox="1"/>
          <p:nvPr/>
        </p:nvSpPr>
        <p:spPr>
          <a:xfrm>
            <a:off x="551180" y="2389505"/>
            <a:ext cx="8973185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5400" b="1" dirty="0">
                <a:solidFill>
                  <a:srgbClr val="00B0F0"/>
                </a:solidFill>
                <a:latin typeface="Microsoft YaHei" pitchFamily="34" charset="-122"/>
                <a:ea typeface="Microsoft YaHei" pitchFamily="34" charset="-122"/>
              </a:rPr>
              <a:t>Build the app with Swift</a:t>
            </a:r>
            <a:endParaRPr lang="zh-CN" altLang="en-US" sz="5400" b="1" dirty="0">
              <a:solidFill>
                <a:srgbClr val="00B0F0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5158" y="3263583"/>
            <a:ext cx="788860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5" name="文本框 15"/>
          <p:cNvSpPr txBox="1"/>
          <p:nvPr/>
        </p:nvSpPr>
        <p:spPr>
          <a:xfrm>
            <a:off x="588963" y="3400425"/>
            <a:ext cx="4481512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In the AI Era(Swift + SwiftUI)</a:t>
            </a:r>
            <a:endParaRPr lang="en-US" altLang="zh-CN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" name="文本框 15"/>
          <p:cNvSpPr txBox="1"/>
          <p:nvPr/>
        </p:nvSpPr>
        <p:spPr>
          <a:xfrm>
            <a:off x="7103428" y="5876925"/>
            <a:ext cx="4481512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Mr. Nem Sothea</a:t>
            </a:r>
            <a:endParaRPr lang="en-US" altLang="zh-CN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3" name="文本框 15"/>
          <p:cNvSpPr txBox="1"/>
          <p:nvPr/>
        </p:nvSpPr>
        <p:spPr>
          <a:xfrm>
            <a:off x="7189153" y="6189980"/>
            <a:ext cx="4481512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l"/>
            <a:r>
              <a:rPr lang="en-US" altLang="zh-CN" sz="1600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nemsothea13@gmail.com</a:t>
            </a:r>
            <a:endParaRPr lang="en-US" altLang="zh-CN" sz="1600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6166" name="组合 27"/>
          <p:cNvGrpSpPr/>
          <p:nvPr/>
        </p:nvGrpSpPr>
        <p:grpSpPr>
          <a:xfrm>
            <a:off x="8370888" y="0"/>
            <a:ext cx="2063750" cy="1465263"/>
            <a:chOff x="8661079" y="0"/>
            <a:chExt cx="1666263" cy="1183341"/>
          </a:xfrm>
        </p:grpSpPr>
        <p:cxnSp>
          <p:nvCxnSpPr>
            <p:cNvPr id="25" name="直接连接符 24"/>
            <p:cNvCxnSpPr/>
            <p:nvPr/>
          </p:nvCxnSpPr>
          <p:spPr>
            <a:xfrm flipH="1">
              <a:off x="8661079" y="0"/>
              <a:ext cx="1518862" cy="118334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419870" y="0"/>
              <a:ext cx="907472" cy="70641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69" name="组合 28"/>
          <p:cNvGrpSpPr/>
          <p:nvPr/>
        </p:nvGrpSpPr>
        <p:grpSpPr>
          <a:xfrm rot="10800000">
            <a:off x="846138" y="5392738"/>
            <a:ext cx="2063750" cy="1465262"/>
            <a:chOff x="8661079" y="0"/>
            <a:chExt cx="1666263" cy="1183341"/>
          </a:xfrm>
        </p:grpSpPr>
        <p:cxnSp>
          <p:nvCxnSpPr>
            <p:cNvPr id="30" name="直接连接符 29"/>
            <p:cNvCxnSpPr/>
            <p:nvPr/>
          </p:nvCxnSpPr>
          <p:spPr>
            <a:xfrm flipH="1">
              <a:off x="8662361" y="0"/>
              <a:ext cx="1518862" cy="118334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9419870" y="0"/>
              <a:ext cx="907472" cy="70641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itle 1"/>
          <p:cNvSpPr>
            <a:spLocks noGrp="1"/>
          </p:cNvSpPr>
          <p:nvPr/>
        </p:nvSpPr>
        <p:spPr>
          <a:xfrm>
            <a:off x="965200" y="492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  <a:ea typeface="SimSun" pitchFamily="2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  <a:ea typeface="SimSun" pitchFamily="2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  <a:ea typeface="SimSun" pitchFamily="2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  <a:ea typeface="SimSun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  <a:ea typeface="SimSun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  <a:ea typeface="SimSun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  <a:ea typeface="SimSun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  <a:ea typeface="SimSun" pitchFamily="2" charset="-122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</a:rPr>
              <a:t>About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chemeClr val="bg1"/>
                </a:solidFill>
              </a:rPr>
              <a:t>We are in the AI-era, that transform the way we learn programming.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In today’s world, where AI is rapidly transforming how we build and use software.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it’s more important than ever to understand not just what code does, but how and why it works.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6166" name="组合 27"/>
          <p:cNvGrpSpPr/>
          <p:nvPr/>
        </p:nvGrpSpPr>
        <p:grpSpPr>
          <a:xfrm>
            <a:off x="8370888" y="0"/>
            <a:ext cx="2063750" cy="1465263"/>
            <a:chOff x="8661079" y="0"/>
            <a:chExt cx="1666263" cy="1183341"/>
          </a:xfrm>
        </p:grpSpPr>
        <p:cxnSp>
          <p:nvCxnSpPr>
            <p:cNvPr id="25" name="直接连接符 24"/>
            <p:cNvCxnSpPr/>
            <p:nvPr/>
          </p:nvCxnSpPr>
          <p:spPr>
            <a:xfrm flipH="1">
              <a:off x="8661079" y="0"/>
              <a:ext cx="1518862" cy="118334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419870" y="0"/>
              <a:ext cx="907472" cy="70641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69" name="组合 28"/>
          <p:cNvGrpSpPr/>
          <p:nvPr/>
        </p:nvGrpSpPr>
        <p:grpSpPr>
          <a:xfrm rot="10800000">
            <a:off x="846138" y="5392738"/>
            <a:ext cx="2063750" cy="1465262"/>
            <a:chOff x="8661079" y="0"/>
            <a:chExt cx="1666263" cy="1183341"/>
          </a:xfrm>
        </p:grpSpPr>
        <p:cxnSp>
          <p:nvCxnSpPr>
            <p:cNvPr id="30" name="直接连接符 29"/>
            <p:cNvCxnSpPr/>
            <p:nvPr/>
          </p:nvCxnSpPr>
          <p:spPr>
            <a:xfrm flipH="1">
              <a:off x="8662361" y="0"/>
              <a:ext cx="1518862" cy="118334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9419870" y="0"/>
              <a:ext cx="907472" cy="70641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>
                <a:solidFill>
                  <a:schemeClr val="bg1"/>
                </a:solidFill>
              </a:rPr>
              <a:t>Our Goal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11" name="Content Placeholder 2"/>
          <p:cNvSpPr>
            <a:spLocks noGrp="1"/>
          </p:cNvSpPr>
          <p:nvPr/>
        </p:nvSpPr>
        <p:spPr>
          <a:xfrm>
            <a:off x="965200" y="1952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Build a strong foundation in programming using Swift.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Learn essential concepts like data types, control flow, functions, and object-oriented programming.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How your code interacts with data, APIs, multithreading, and even AI-driven Xcode tools.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 We emphasize problem-solving, flexible thinking, and good responsibility.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Be a modern programmer who is AI-aware, solutiondriven, and ethically grounded.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6166" name="组合 27"/>
          <p:cNvGrpSpPr/>
          <p:nvPr/>
        </p:nvGrpSpPr>
        <p:grpSpPr>
          <a:xfrm>
            <a:off x="8370888" y="0"/>
            <a:ext cx="2063750" cy="1465263"/>
            <a:chOff x="8661079" y="0"/>
            <a:chExt cx="1666263" cy="1183341"/>
          </a:xfrm>
        </p:grpSpPr>
        <p:cxnSp>
          <p:nvCxnSpPr>
            <p:cNvPr id="25" name="直接连接符 24"/>
            <p:cNvCxnSpPr/>
            <p:nvPr/>
          </p:nvCxnSpPr>
          <p:spPr>
            <a:xfrm flipH="1">
              <a:off x="8661079" y="0"/>
              <a:ext cx="1518862" cy="118334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419870" y="0"/>
              <a:ext cx="907472" cy="70641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69" name="组合 28"/>
          <p:cNvGrpSpPr/>
          <p:nvPr/>
        </p:nvGrpSpPr>
        <p:grpSpPr>
          <a:xfrm rot="10800000">
            <a:off x="846138" y="5392738"/>
            <a:ext cx="2063750" cy="1465262"/>
            <a:chOff x="8661079" y="0"/>
            <a:chExt cx="1666263" cy="1183341"/>
          </a:xfrm>
        </p:grpSpPr>
        <p:cxnSp>
          <p:nvCxnSpPr>
            <p:cNvPr id="30" name="直接连接符 29"/>
            <p:cNvCxnSpPr/>
            <p:nvPr/>
          </p:nvCxnSpPr>
          <p:spPr>
            <a:xfrm flipH="1">
              <a:off x="8662361" y="0"/>
              <a:ext cx="1518862" cy="118334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9419870" y="0"/>
              <a:ext cx="907472" cy="70641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20950" y="3065145"/>
            <a:ext cx="6864985" cy="1434465"/>
          </a:xfrm>
        </p:spPr>
        <p:txBody>
          <a:bodyPr/>
          <a:p>
            <a:pPr marL="0" indent="0" algn="l">
              <a:buNone/>
            </a:pPr>
            <a:r>
              <a:rPr lang="en-US" altLang="en-US">
                <a:solidFill>
                  <a:schemeClr val="bg1"/>
                </a:solidFill>
              </a:rPr>
              <a:t>2025-2026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/>
        </p:nvSpPr>
        <p:spPr>
          <a:xfrm>
            <a:off x="2520950" y="1630680"/>
            <a:ext cx="6864985" cy="143446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altLang="en-US">
                <a:solidFill>
                  <a:schemeClr val="bg1"/>
                </a:solidFill>
              </a:rPr>
              <a:t>Let’s begin this journey step by step — one concept, one project, and one breakthrough at a time.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6146" name="组合 7"/>
          <p:cNvGrpSpPr/>
          <p:nvPr/>
        </p:nvGrpSpPr>
        <p:grpSpPr>
          <a:xfrm>
            <a:off x="3201670" y="2044065"/>
            <a:ext cx="7199636" cy="592455"/>
            <a:chOff x="3471690" y="2016846"/>
            <a:chExt cx="5796575" cy="591884"/>
          </a:xfrm>
        </p:grpSpPr>
        <p:sp>
          <p:nvSpPr>
            <p:cNvPr id="3" name="矩形 5"/>
            <p:cNvSpPr/>
            <p:nvPr/>
          </p:nvSpPr>
          <p:spPr>
            <a:xfrm flipH="1">
              <a:off x="5257306" y="2016846"/>
              <a:ext cx="4007717" cy="591884"/>
            </a:xfrm>
            <a:custGeom>
              <a:avLst/>
              <a:gdLst>
                <a:gd name="connsiteX0" fmla="*/ 0 w 8485632"/>
                <a:gd name="connsiteY0" fmla="*/ 0 h 1490472"/>
                <a:gd name="connsiteX1" fmla="*/ 8485632 w 8485632"/>
                <a:gd name="connsiteY1" fmla="*/ 0 h 1490472"/>
                <a:gd name="connsiteX2" fmla="*/ 8485632 w 8485632"/>
                <a:gd name="connsiteY2" fmla="*/ 1490472 h 1490472"/>
                <a:gd name="connsiteX3" fmla="*/ 0 w 8485632"/>
                <a:gd name="connsiteY3" fmla="*/ 1490472 h 1490472"/>
                <a:gd name="connsiteX4" fmla="*/ 0 w 8485632"/>
                <a:gd name="connsiteY4" fmla="*/ 0 h 1490472"/>
                <a:gd name="connsiteX0-1" fmla="*/ 0 w 8485632"/>
                <a:gd name="connsiteY0-2" fmla="*/ 0 h 1490472"/>
                <a:gd name="connsiteX1-3" fmla="*/ 8485632 w 8485632"/>
                <a:gd name="connsiteY1-4" fmla="*/ 0 h 1490472"/>
                <a:gd name="connsiteX2-5" fmla="*/ 8485632 w 8485632"/>
                <a:gd name="connsiteY2-6" fmla="*/ 1490472 h 1490472"/>
                <a:gd name="connsiteX3-7" fmla="*/ 0 w 8485632"/>
                <a:gd name="connsiteY3-8" fmla="*/ 1490472 h 1490472"/>
                <a:gd name="connsiteX4-9" fmla="*/ 0 w 8485632"/>
                <a:gd name="connsiteY4-10" fmla="*/ 0 h 1490472"/>
                <a:gd name="connsiteX0-11" fmla="*/ 491744 w 8977376"/>
                <a:gd name="connsiteY0-12" fmla="*/ 0 h 1490472"/>
                <a:gd name="connsiteX1-13" fmla="*/ 8977376 w 8977376"/>
                <a:gd name="connsiteY1-14" fmla="*/ 0 h 1490472"/>
                <a:gd name="connsiteX2-15" fmla="*/ 8977376 w 8977376"/>
                <a:gd name="connsiteY2-16" fmla="*/ 1490472 h 1490472"/>
                <a:gd name="connsiteX3-17" fmla="*/ 491744 w 8977376"/>
                <a:gd name="connsiteY3-18" fmla="*/ 1490472 h 1490472"/>
                <a:gd name="connsiteX4-19" fmla="*/ 491744 w 8977376"/>
                <a:gd name="connsiteY4-20" fmla="*/ 0 h 1490472"/>
                <a:gd name="connsiteX0-21" fmla="*/ 617932 w 9103564"/>
                <a:gd name="connsiteY0-22" fmla="*/ 0 h 1490472"/>
                <a:gd name="connsiteX1-23" fmla="*/ 9103564 w 9103564"/>
                <a:gd name="connsiteY1-24" fmla="*/ 0 h 1490472"/>
                <a:gd name="connsiteX2-25" fmla="*/ 9103564 w 9103564"/>
                <a:gd name="connsiteY2-26" fmla="*/ 1490472 h 1490472"/>
                <a:gd name="connsiteX3-27" fmla="*/ 617932 w 9103564"/>
                <a:gd name="connsiteY3-28" fmla="*/ 1490472 h 1490472"/>
                <a:gd name="connsiteX4-29" fmla="*/ 617932 w 9103564"/>
                <a:gd name="connsiteY4-30" fmla="*/ 0 h 1490472"/>
                <a:gd name="connsiteX0-31" fmla="*/ 471887 w 8957519"/>
                <a:gd name="connsiteY0-32" fmla="*/ 0 h 1490472"/>
                <a:gd name="connsiteX1-33" fmla="*/ 8957519 w 8957519"/>
                <a:gd name="connsiteY1-34" fmla="*/ 0 h 1490472"/>
                <a:gd name="connsiteX2-35" fmla="*/ 8957519 w 8957519"/>
                <a:gd name="connsiteY2-36" fmla="*/ 1490472 h 1490472"/>
                <a:gd name="connsiteX3-37" fmla="*/ 471887 w 8957519"/>
                <a:gd name="connsiteY3-38" fmla="*/ 1490472 h 1490472"/>
                <a:gd name="connsiteX4-39" fmla="*/ 471887 w 8957519"/>
                <a:gd name="connsiteY4-40" fmla="*/ 0 h 1490472"/>
                <a:gd name="connsiteX0-41" fmla="*/ 542128 w 9027760"/>
                <a:gd name="connsiteY0-42" fmla="*/ 0 h 1490472"/>
                <a:gd name="connsiteX1-43" fmla="*/ 9027760 w 9027760"/>
                <a:gd name="connsiteY1-44" fmla="*/ 0 h 1490472"/>
                <a:gd name="connsiteX2-45" fmla="*/ 9027760 w 9027760"/>
                <a:gd name="connsiteY2-46" fmla="*/ 1490472 h 1490472"/>
                <a:gd name="connsiteX3-47" fmla="*/ 542128 w 9027760"/>
                <a:gd name="connsiteY3-48" fmla="*/ 1490472 h 1490472"/>
                <a:gd name="connsiteX4-49" fmla="*/ 542128 w 9027760"/>
                <a:gd name="connsiteY4-50" fmla="*/ 0 h 1490472"/>
                <a:gd name="connsiteX0-51" fmla="*/ 531634 w 9017266"/>
                <a:gd name="connsiteY0-52" fmla="*/ 0 h 1490472"/>
                <a:gd name="connsiteX1-53" fmla="*/ 9017266 w 9017266"/>
                <a:gd name="connsiteY1-54" fmla="*/ 0 h 1490472"/>
                <a:gd name="connsiteX2-55" fmla="*/ 9017266 w 9017266"/>
                <a:gd name="connsiteY2-56" fmla="*/ 1490472 h 1490472"/>
                <a:gd name="connsiteX3-57" fmla="*/ 531634 w 9017266"/>
                <a:gd name="connsiteY3-58" fmla="*/ 1490472 h 1490472"/>
                <a:gd name="connsiteX4-59" fmla="*/ 531634 w 9017266"/>
                <a:gd name="connsiteY4-60" fmla="*/ 0 h 14904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017266" h="1490472">
                  <a:moveTo>
                    <a:pt x="531634" y="0"/>
                  </a:moveTo>
                  <a:lnTo>
                    <a:pt x="9017266" y="0"/>
                  </a:lnTo>
                  <a:lnTo>
                    <a:pt x="9017266" y="1490472"/>
                  </a:lnTo>
                  <a:lnTo>
                    <a:pt x="531634" y="1490472"/>
                  </a:lnTo>
                  <a:cubicBezTo>
                    <a:pt x="-199886" y="1432560"/>
                    <a:pt x="-154166" y="76200"/>
                    <a:pt x="531634" y="0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48" name="文本框 1"/>
            <p:cNvSpPr txBox="1"/>
            <p:nvPr/>
          </p:nvSpPr>
          <p:spPr>
            <a:xfrm>
              <a:off x="5204361" y="2065725"/>
              <a:ext cx="4063904" cy="4599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CN" sz="2400" b="1" dirty="0">
                  <a:solidFill>
                    <a:schemeClr val="bg1"/>
                  </a:solidFill>
                  <a:latin typeface="Microsoft YaHei" pitchFamily="34" charset="-122"/>
                  <a:ea typeface="Microsoft YaHei" pitchFamily="34" charset="-122"/>
                </a:rPr>
                <a:t>Xcode &amp; Swift Basics </a:t>
              </a:r>
              <a:r>
                <a:rPr lang="en-US" altLang="zh-CN" sz="1600" b="1" dirty="0">
                  <a:solidFill>
                    <a:schemeClr val="bg1"/>
                  </a:solidFill>
                  <a:latin typeface="Microsoft YaHei" pitchFamily="34" charset="-122"/>
                  <a:ea typeface="Microsoft YaHei" pitchFamily="34" charset="-122"/>
                </a:rPr>
                <a:t>(week01)</a:t>
              </a:r>
              <a:endParaRPr lang="en-US" altLang="zh-CN" sz="16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endParaRPr>
            </a:p>
          </p:txBody>
        </p:sp>
        <p:sp>
          <p:nvSpPr>
            <p:cNvPr id="6" name="任意多边形 5"/>
            <p:cNvSpPr/>
            <p:nvPr/>
          </p:nvSpPr>
          <p:spPr>
            <a:xfrm rot="10800000" flipH="1">
              <a:off x="3471690" y="2016846"/>
              <a:ext cx="1618959" cy="591884"/>
            </a:xfrm>
            <a:custGeom>
              <a:avLst/>
              <a:gdLst>
                <a:gd name="connsiteX0" fmla="*/ 236255 w 1618609"/>
                <a:gd name="connsiteY0" fmla="*/ 591884 h 591884"/>
                <a:gd name="connsiteX1" fmla="*/ 1618609 w 1618609"/>
                <a:gd name="connsiteY1" fmla="*/ 591884 h 591884"/>
                <a:gd name="connsiteX2" fmla="*/ 1618609 w 1618609"/>
                <a:gd name="connsiteY2" fmla="*/ 0 h 591884"/>
                <a:gd name="connsiteX3" fmla="*/ 236255 w 1618609"/>
                <a:gd name="connsiteY3" fmla="*/ 0 h 591884"/>
                <a:gd name="connsiteX4" fmla="*/ 236255 w 1618609"/>
                <a:gd name="connsiteY4" fmla="*/ 591884 h 591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8609" h="591884">
                  <a:moveTo>
                    <a:pt x="236255" y="591884"/>
                  </a:moveTo>
                  <a:lnTo>
                    <a:pt x="1618609" y="591884"/>
                  </a:lnTo>
                  <a:lnTo>
                    <a:pt x="1618609" y="0"/>
                  </a:lnTo>
                  <a:lnTo>
                    <a:pt x="236255" y="0"/>
                  </a:lnTo>
                  <a:cubicBezTo>
                    <a:pt x="-68510" y="30260"/>
                    <a:pt x="-88828" y="568887"/>
                    <a:pt x="236255" y="591884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50" name="文本框 6"/>
            <p:cNvSpPr txBox="1"/>
            <p:nvPr/>
          </p:nvSpPr>
          <p:spPr>
            <a:xfrm>
              <a:off x="3581160" y="2081954"/>
              <a:ext cx="1592889" cy="4599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Microsoft YaHei" pitchFamily="34" charset="-122"/>
                  <a:ea typeface="Microsoft YaHei" pitchFamily="34" charset="-122"/>
                </a:rPr>
                <a:t>Part 1</a:t>
              </a:r>
              <a:endParaRPr lang="zh-CN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endParaRPr>
            </a:p>
          </p:txBody>
        </p:sp>
      </p:grpSp>
      <p:grpSp>
        <p:nvGrpSpPr>
          <p:cNvPr id="6151" name="组合 8"/>
          <p:cNvGrpSpPr/>
          <p:nvPr/>
        </p:nvGrpSpPr>
        <p:grpSpPr>
          <a:xfrm>
            <a:off x="3202305" y="2851150"/>
            <a:ext cx="7195820" cy="590550"/>
            <a:chOff x="3471690" y="2016846"/>
            <a:chExt cx="5793333" cy="591884"/>
          </a:xfrm>
        </p:grpSpPr>
        <p:sp>
          <p:nvSpPr>
            <p:cNvPr id="10" name="矩形 5"/>
            <p:cNvSpPr/>
            <p:nvPr/>
          </p:nvSpPr>
          <p:spPr>
            <a:xfrm flipH="1">
              <a:off x="5257306" y="2016846"/>
              <a:ext cx="4007717" cy="591884"/>
            </a:xfrm>
            <a:custGeom>
              <a:avLst/>
              <a:gdLst>
                <a:gd name="connsiteX0" fmla="*/ 0 w 8485632"/>
                <a:gd name="connsiteY0" fmla="*/ 0 h 1490472"/>
                <a:gd name="connsiteX1" fmla="*/ 8485632 w 8485632"/>
                <a:gd name="connsiteY1" fmla="*/ 0 h 1490472"/>
                <a:gd name="connsiteX2" fmla="*/ 8485632 w 8485632"/>
                <a:gd name="connsiteY2" fmla="*/ 1490472 h 1490472"/>
                <a:gd name="connsiteX3" fmla="*/ 0 w 8485632"/>
                <a:gd name="connsiteY3" fmla="*/ 1490472 h 1490472"/>
                <a:gd name="connsiteX4" fmla="*/ 0 w 8485632"/>
                <a:gd name="connsiteY4" fmla="*/ 0 h 1490472"/>
                <a:gd name="connsiteX0-1" fmla="*/ 0 w 8485632"/>
                <a:gd name="connsiteY0-2" fmla="*/ 0 h 1490472"/>
                <a:gd name="connsiteX1-3" fmla="*/ 8485632 w 8485632"/>
                <a:gd name="connsiteY1-4" fmla="*/ 0 h 1490472"/>
                <a:gd name="connsiteX2-5" fmla="*/ 8485632 w 8485632"/>
                <a:gd name="connsiteY2-6" fmla="*/ 1490472 h 1490472"/>
                <a:gd name="connsiteX3-7" fmla="*/ 0 w 8485632"/>
                <a:gd name="connsiteY3-8" fmla="*/ 1490472 h 1490472"/>
                <a:gd name="connsiteX4-9" fmla="*/ 0 w 8485632"/>
                <a:gd name="connsiteY4-10" fmla="*/ 0 h 1490472"/>
                <a:gd name="connsiteX0-11" fmla="*/ 491744 w 8977376"/>
                <a:gd name="connsiteY0-12" fmla="*/ 0 h 1490472"/>
                <a:gd name="connsiteX1-13" fmla="*/ 8977376 w 8977376"/>
                <a:gd name="connsiteY1-14" fmla="*/ 0 h 1490472"/>
                <a:gd name="connsiteX2-15" fmla="*/ 8977376 w 8977376"/>
                <a:gd name="connsiteY2-16" fmla="*/ 1490472 h 1490472"/>
                <a:gd name="connsiteX3-17" fmla="*/ 491744 w 8977376"/>
                <a:gd name="connsiteY3-18" fmla="*/ 1490472 h 1490472"/>
                <a:gd name="connsiteX4-19" fmla="*/ 491744 w 8977376"/>
                <a:gd name="connsiteY4-20" fmla="*/ 0 h 1490472"/>
                <a:gd name="connsiteX0-21" fmla="*/ 617932 w 9103564"/>
                <a:gd name="connsiteY0-22" fmla="*/ 0 h 1490472"/>
                <a:gd name="connsiteX1-23" fmla="*/ 9103564 w 9103564"/>
                <a:gd name="connsiteY1-24" fmla="*/ 0 h 1490472"/>
                <a:gd name="connsiteX2-25" fmla="*/ 9103564 w 9103564"/>
                <a:gd name="connsiteY2-26" fmla="*/ 1490472 h 1490472"/>
                <a:gd name="connsiteX3-27" fmla="*/ 617932 w 9103564"/>
                <a:gd name="connsiteY3-28" fmla="*/ 1490472 h 1490472"/>
                <a:gd name="connsiteX4-29" fmla="*/ 617932 w 9103564"/>
                <a:gd name="connsiteY4-30" fmla="*/ 0 h 1490472"/>
                <a:gd name="connsiteX0-31" fmla="*/ 471887 w 8957519"/>
                <a:gd name="connsiteY0-32" fmla="*/ 0 h 1490472"/>
                <a:gd name="connsiteX1-33" fmla="*/ 8957519 w 8957519"/>
                <a:gd name="connsiteY1-34" fmla="*/ 0 h 1490472"/>
                <a:gd name="connsiteX2-35" fmla="*/ 8957519 w 8957519"/>
                <a:gd name="connsiteY2-36" fmla="*/ 1490472 h 1490472"/>
                <a:gd name="connsiteX3-37" fmla="*/ 471887 w 8957519"/>
                <a:gd name="connsiteY3-38" fmla="*/ 1490472 h 1490472"/>
                <a:gd name="connsiteX4-39" fmla="*/ 471887 w 8957519"/>
                <a:gd name="connsiteY4-40" fmla="*/ 0 h 1490472"/>
                <a:gd name="connsiteX0-41" fmla="*/ 542128 w 9027760"/>
                <a:gd name="connsiteY0-42" fmla="*/ 0 h 1490472"/>
                <a:gd name="connsiteX1-43" fmla="*/ 9027760 w 9027760"/>
                <a:gd name="connsiteY1-44" fmla="*/ 0 h 1490472"/>
                <a:gd name="connsiteX2-45" fmla="*/ 9027760 w 9027760"/>
                <a:gd name="connsiteY2-46" fmla="*/ 1490472 h 1490472"/>
                <a:gd name="connsiteX3-47" fmla="*/ 542128 w 9027760"/>
                <a:gd name="connsiteY3-48" fmla="*/ 1490472 h 1490472"/>
                <a:gd name="connsiteX4-49" fmla="*/ 542128 w 9027760"/>
                <a:gd name="connsiteY4-50" fmla="*/ 0 h 1490472"/>
                <a:gd name="connsiteX0-51" fmla="*/ 531634 w 9017266"/>
                <a:gd name="connsiteY0-52" fmla="*/ 0 h 1490472"/>
                <a:gd name="connsiteX1-53" fmla="*/ 9017266 w 9017266"/>
                <a:gd name="connsiteY1-54" fmla="*/ 0 h 1490472"/>
                <a:gd name="connsiteX2-55" fmla="*/ 9017266 w 9017266"/>
                <a:gd name="connsiteY2-56" fmla="*/ 1490472 h 1490472"/>
                <a:gd name="connsiteX3-57" fmla="*/ 531634 w 9017266"/>
                <a:gd name="connsiteY3-58" fmla="*/ 1490472 h 1490472"/>
                <a:gd name="connsiteX4-59" fmla="*/ 531634 w 9017266"/>
                <a:gd name="connsiteY4-60" fmla="*/ 0 h 14904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017266" h="1490472">
                  <a:moveTo>
                    <a:pt x="531634" y="0"/>
                  </a:moveTo>
                  <a:lnTo>
                    <a:pt x="9017266" y="0"/>
                  </a:lnTo>
                  <a:lnTo>
                    <a:pt x="9017266" y="1490472"/>
                  </a:lnTo>
                  <a:lnTo>
                    <a:pt x="531634" y="1490472"/>
                  </a:lnTo>
                  <a:cubicBezTo>
                    <a:pt x="-199886" y="1432560"/>
                    <a:pt x="-154166" y="76200"/>
                    <a:pt x="531634" y="0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任意多边形 11"/>
            <p:cNvSpPr/>
            <p:nvPr/>
          </p:nvSpPr>
          <p:spPr>
            <a:xfrm rot="10800000" flipH="1">
              <a:off x="3471690" y="2016846"/>
              <a:ext cx="1618959" cy="591884"/>
            </a:xfrm>
            <a:custGeom>
              <a:avLst/>
              <a:gdLst>
                <a:gd name="connsiteX0" fmla="*/ 236255 w 1618609"/>
                <a:gd name="connsiteY0" fmla="*/ 591884 h 591884"/>
                <a:gd name="connsiteX1" fmla="*/ 1618609 w 1618609"/>
                <a:gd name="connsiteY1" fmla="*/ 591884 h 591884"/>
                <a:gd name="connsiteX2" fmla="*/ 1618609 w 1618609"/>
                <a:gd name="connsiteY2" fmla="*/ 0 h 591884"/>
                <a:gd name="connsiteX3" fmla="*/ 236255 w 1618609"/>
                <a:gd name="connsiteY3" fmla="*/ 0 h 591884"/>
                <a:gd name="connsiteX4" fmla="*/ 236255 w 1618609"/>
                <a:gd name="connsiteY4" fmla="*/ 591884 h 591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8609" h="591884">
                  <a:moveTo>
                    <a:pt x="236255" y="591884"/>
                  </a:moveTo>
                  <a:lnTo>
                    <a:pt x="1618609" y="591884"/>
                  </a:lnTo>
                  <a:lnTo>
                    <a:pt x="1618609" y="0"/>
                  </a:lnTo>
                  <a:lnTo>
                    <a:pt x="236255" y="0"/>
                  </a:lnTo>
                  <a:cubicBezTo>
                    <a:pt x="-68510" y="30260"/>
                    <a:pt x="-88828" y="568887"/>
                    <a:pt x="236255" y="591884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55" name="文本框 12"/>
            <p:cNvSpPr txBox="1"/>
            <p:nvPr/>
          </p:nvSpPr>
          <p:spPr>
            <a:xfrm>
              <a:off x="3581160" y="2081954"/>
              <a:ext cx="1592889" cy="46141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Microsoft YaHei" pitchFamily="34" charset="-122"/>
                  <a:ea typeface="Microsoft YaHei" pitchFamily="34" charset="-122"/>
                </a:rPr>
                <a:t>Part 2</a:t>
              </a:r>
              <a:endParaRPr lang="zh-CN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endParaRPr>
            </a:p>
          </p:txBody>
        </p:sp>
      </p:grpSp>
      <p:grpSp>
        <p:nvGrpSpPr>
          <p:cNvPr id="6156" name="组合 13"/>
          <p:cNvGrpSpPr/>
          <p:nvPr/>
        </p:nvGrpSpPr>
        <p:grpSpPr>
          <a:xfrm>
            <a:off x="3202305" y="3684905"/>
            <a:ext cx="7195820" cy="591820"/>
            <a:chOff x="3471690" y="2016846"/>
            <a:chExt cx="5793333" cy="591884"/>
          </a:xfrm>
        </p:grpSpPr>
        <p:sp>
          <p:nvSpPr>
            <p:cNvPr id="15" name="矩形 5"/>
            <p:cNvSpPr/>
            <p:nvPr/>
          </p:nvSpPr>
          <p:spPr>
            <a:xfrm flipH="1">
              <a:off x="5257306" y="2016846"/>
              <a:ext cx="4007717" cy="591884"/>
            </a:xfrm>
            <a:custGeom>
              <a:avLst/>
              <a:gdLst>
                <a:gd name="connsiteX0" fmla="*/ 0 w 8485632"/>
                <a:gd name="connsiteY0" fmla="*/ 0 h 1490472"/>
                <a:gd name="connsiteX1" fmla="*/ 8485632 w 8485632"/>
                <a:gd name="connsiteY1" fmla="*/ 0 h 1490472"/>
                <a:gd name="connsiteX2" fmla="*/ 8485632 w 8485632"/>
                <a:gd name="connsiteY2" fmla="*/ 1490472 h 1490472"/>
                <a:gd name="connsiteX3" fmla="*/ 0 w 8485632"/>
                <a:gd name="connsiteY3" fmla="*/ 1490472 h 1490472"/>
                <a:gd name="connsiteX4" fmla="*/ 0 w 8485632"/>
                <a:gd name="connsiteY4" fmla="*/ 0 h 1490472"/>
                <a:gd name="connsiteX0-1" fmla="*/ 0 w 8485632"/>
                <a:gd name="connsiteY0-2" fmla="*/ 0 h 1490472"/>
                <a:gd name="connsiteX1-3" fmla="*/ 8485632 w 8485632"/>
                <a:gd name="connsiteY1-4" fmla="*/ 0 h 1490472"/>
                <a:gd name="connsiteX2-5" fmla="*/ 8485632 w 8485632"/>
                <a:gd name="connsiteY2-6" fmla="*/ 1490472 h 1490472"/>
                <a:gd name="connsiteX3-7" fmla="*/ 0 w 8485632"/>
                <a:gd name="connsiteY3-8" fmla="*/ 1490472 h 1490472"/>
                <a:gd name="connsiteX4-9" fmla="*/ 0 w 8485632"/>
                <a:gd name="connsiteY4-10" fmla="*/ 0 h 1490472"/>
                <a:gd name="connsiteX0-11" fmla="*/ 491744 w 8977376"/>
                <a:gd name="connsiteY0-12" fmla="*/ 0 h 1490472"/>
                <a:gd name="connsiteX1-13" fmla="*/ 8977376 w 8977376"/>
                <a:gd name="connsiteY1-14" fmla="*/ 0 h 1490472"/>
                <a:gd name="connsiteX2-15" fmla="*/ 8977376 w 8977376"/>
                <a:gd name="connsiteY2-16" fmla="*/ 1490472 h 1490472"/>
                <a:gd name="connsiteX3-17" fmla="*/ 491744 w 8977376"/>
                <a:gd name="connsiteY3-18" fmla="*/ 1490472 h 1490472"/>
                <a:gd name="connsiteX4-19" fmla="*/ 491744 w 8977376"/>
                <a:gd name="connsiteY4-20" fmla="*/ 0 h 1490472"/>
                <a:gd name="connsiteX0-21" fmla="*/ 617932 w 9103564"/>
                <a:gd name="connsiteY0-22" fmla="*/ 0 h 1490472"/>
                <a:gd name="connsiteX1-23" fmla="*/ 9103564 w 9103564"/>
                <a:gd name="connsiteY1-24" fmla="*/ 0 h 1490472"/>
                <a:gd name="connsiteX2-25" fmla="*/ 9103564 w 9103564"/>
                <a:gd name="connsiteY2-26" fmla="*/ 1490472 h 1490472"/>
                <a:gd name="connsiteX3-27" fmla="*/ 617932 w 9103564"/>
                <a:gd name="connsiteY3-28" fmla="*/ 1490472 h 1490472"/>
                <a:gd name="connsiteX4-29" fmla="*/ 617932 w 9103564"/>
                <a:gd name="connsiteY4-30" fmla="*/ 0 h 1490472"/>
                <a:gd name="connsiteX0-31" fmla="*/ 471887 w 8957519"/>
                <a:gd name="connsiteY0-32" fmla="*/ 0 h 1490472"/>
                <a:gd name="connsiteX1-33" fmla="*/ 8957519 w 8957519"/>
                <a:gd name="connsiteY1-34" fmla="*/ 0 h 1490472"/>
                <a:gd name="connsiteX2-35" fmla="*/ 8957519 w 8957519"/>
                <a:gd name="connsiteY2-36" fmla="*/ 1490472 h 1490472"/>
                <a:gd name="connsiteX3-37" fmla="*/ 471887 w 8957519"/>
                <a:gd name="connsiteY3-38" fmla="*/ 1490472 h 1490472"/>
                <a:gd name="connsiteX4-39" fmla="*/ 471887 w 8957519"/>
                <a:gd name="connsiteY4-40" fmla="*/ 0 h 1490472"/>
                <a:gd name="connsiteX0-41" fmla="*/ 542128 w 9027760"/>
                <a:gd name="connsiteY0-42" fmla="*/ 0 h 1490472"/>
                <a:gd name="connsiteX1-43" fmla="*/ 9027760 w 9027760"/>
                <a:gd name="connsiteY1-44" fmla="*/ 0 h 1490472"/>
                <a:gd name="connsiteX2-45" fmla="*/ 9027760 w 9027760"/>
                <a:gd name="connsiteY2-46" fmla="*/ 1490472 h 1490472"/>
                <a:gd name="connsiteX3-47" fmla="*/ 542128 w 9027760"/>
                <a:gd name="connsiteY3-48" fmla="*/ 1490472 h 1490472"/>
                <a:gd name="connsiteX4-49" fmla="*/ 542128 w 9027760"/>
                <a:gd name="connsiteY4-50" fmla="*/ 0 h 1490472"/>
                <a:gd name="connsiteX0-51" fmla="*/ 531634 w 9017266"/>
                <a:gd name="connsiteY0-52" fmla="*/ 0 h 1490472"/>
                <a:gd name="connsiteX1-53" fmla="*/ 9017266 w 9017266"/>
                <a:gd name="connsiteY1-54" fmla="*/ 0 h 1490472"/>
                <a:gd name="connsiteX2-55" fmla="*/ 9017266 w 9017266"/>
                <a:gd name="connsiteY2-56" fmla="*/ 1490472 h 1490472"/>
                <a:gd name="connsiteX3-57" fmla="*/ 531634 w 9017266"/>
                <a:gd name="connsiteY3-58" fmla="*/ 1490472 h 1490472"/>
                <a:gd name="connsiteX4-59" fmla="*/ 531634 w 9017266"/>
                <a:gd name="connsiteY4-60" fmla="*/ 0 h 14904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017266" h="1490472">
                  <a:moveTo>
                    <a:pt x="531634" y="0"/>
                  </a:moveTo>
                  <a:lnTo>
                    <a:pt x="9017266" y="0"/>
                  </a:lnTo>
                  <a:lnTo>
                    <a:pt x="9017266" y="1490472"/>
                  </a:lnTo>
                  <a:lnTo>
                    <a:pt x="531634" y="1490472"/>
                  </a:lnTo>
                  <a:cubicBezTo>
                    <a:pt x="-199886" y="1432560"/>
                    <a:pt x="-154166" y="76200"/>
                    <a:pt x="531634" y="0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任意多边形 16"/>
            <p:cNvSpPr/>
            <p:nvPr/>
          </p:nvSpPr>
          <p:spPr>
            <a:xfrm rot="10800000" flipH="1">
              <a:off x="3471690" y="2016846"/>
              <a:ext cx="1618959" cy="591884"/>
            </a:xfrm>
            <a:custGeom>
              <a:avLst/>
              <a:gdLst>
                <a:gd name="connsiteX0" fmla="*/ 236255 w 1618609"/>
                <a:gd name="connsiteY0" fmla="*/ 591884 h 591884"/>
                <a:gd name="connsiteX1" fmla="*/ 1618609 w 1618609"/>
                <a:gd name="connsiteY1" fmla="*/ 591884 h 591884"/>
                <a:gd name="connsiteX2" fmla="*/ 1618609 w 1618609"/>
                <a:gd name="connsiteY2" fmla="*/ 0 h 591884"/>
                <a:gd name="connsiteX3" fmla="*/ 236255 w 1618609"/>
                <a:gd name="connsiteY3" fmla="*/ 0 h 591884"/>
                <a:gd name="connsiteX4" fmla="*/ 236255 w 1618609"/>
                <a:gd name="connsiteY4" fmla="*/ 591884 h 591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8609" h="591884">
                  <a:moveTo>
                    <a:pt x="236255" y="591884"/>
                  </a:moveTo>
                  <a:lnTo>
                    <a:pt x="1618609" y="591884"/>
                  </a:lnTo>
                  <a:lnTo>
                    <a:pt x="1618609" y="0"/>
                  </a:lnTo>
                  <a:lnTo>
                    <a:pt x="236255" y="0"/>
                  </a:lnTo>
                  <a:cubicBezTo>
                    <a:pt x="-68510" y="30260"/>
                    <a:pt x="-88828" y="568887"/>
                    <a:pt x="236255" y="591884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60" name="文本框 17"/>
            <p:cNvSpPr txBox="1"/>
            <p:nvPr/>
          </p:nvSpPr>
          <p:spPr>
            <a:xfrm>
              <a:off x="3581160" y="2081954"/>
              <a:ext cx="1592889" cy="46042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Microsoft YaHei" pitchFamily="34" charset="-122"/>
                  <a:ea typeface="Microsoft YaHei" pitchFamily="34" charset="-122"/>
                </a:rPr>
                <a:t>Part 3</a:t>
              </a:r>
              <a:endParaRPr lang="zh-CN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endParaRPr>
            </a:p>
          </p:txBody>
        </p:sp>
      </p:grpSp>
      <p:grpSp>
        <p:nvGrpSpPr>
          <p:cNvPr id="6161" name="组合 18"/>
          <p:cNvGrpSpPr/>
          <p:nvPr/>
        </p:nvGrpSpPr>
        <p:grpSpPr>
          <a:xfrm>
            <a:off x="3202305" y="4518025"/>
            <a:ext cx="7195820" cy="592455"/>
            <a:chOff x="3471690" y="2016846"/>
            <a:chExt cx="5793333" cy="591884"/>
          </a:xfrm>
        </p:grpSpPr>
        <p:sp>
          <p:nvSpPr>
            <p:cNvPr id="20" name="矩形 5"/>
            <p:cNvSpPr/>
            <p:nvPr/>
          </p:nvSpPr>
          <p:spPr>
            <a:xfrm flipH="1">
              <a:off x="5257306" y="2016846"/>
              <a:ext cx="4007717" cy="591884"/>
            </a:xfrm>
            <a:custGeom>
              <a:avLst/>
              <a:gdLst>
                <a:gd name="connsiteX0" fmla="*/ 0 w 8485632"/>
                <a:gd name="connsiteY0" fmla="*/ 0 h 1490472"/>
                <a:gd name="connsiteX1" fmla="*/ 8485632 w 8485632"/>
                <a:gd name="connsiteY1" fmla="*/ 0 h 1490472"/>
                <a:gd name="connsiteX2" fmla="*/ 8485632 w 8485632"/>
                <a:gd name="connsiteY2" fmla="*/ 1490472 h 1490472"/>
                <a:gd name="connsiteX3" fmla="*/ 0 w 8485632"/>
                <a:gd name="connsiteY3" fmla="*/ 1490472 h 1490472"/>
                <a:gd name="connsiteX4" fmla="*/ 0 w 8485632"/>
                <a:gd name="connsiteY4" fmla="*/ 0 h 1490472"/>
                <a:gd name="connsiteX0-1" fmla="*/ 0 w 8485632"/>
                <a:gd name="connsiteY0-2" fmla="*/ 0 h 1490472"/>
                <a:gd name="connsiteX1-3" fmla="*/ 8485632 w 8485632"/>
                <a:gd name="connsiteY1-4" fmla="*/ 0 h 1490472"/>
                <a:gd name="connsiteX2-5" fmla="*/ 8485632 w 8485632"/>
                <a:gd name="connsiteY2-6" fmla="*/ 1490472 h 1490472"/>
                <a:gd name="connsiteX3-7" fmla="*/ 0 w 8485632"/>
                <a:gd name="connsiteY3-8" fmla="*/ 1490472 h 1490472"/>
                <a:gd name="connsiteX4-9" fmla="*/ 0 w 8485632"/>
                <a:gd name="connsiteY4-10" fmla="*/ 0 h 1490472"/>
                <a:gd name="connsiteX0-11" fmla="*/ 491744 w 8977376"/>
                <a:gd name="connsiteY0-12" fmla="*/ 0 h 1490472"/>
                <a:gd name="connsiteX1-13" fmla="*/ 8977376 w 8977376"/>
                <a:gd name="connsiteY1-14" fmla="*/ 0 h 1490472"/>
                <a:gd name="connsiteX2-15" fmla="*/ 8977376 w 8977376"/>
                <a:gd name="connsiteY2-16" fmla="*/ 1490472 h 1490472"/>
                <a:gd name="connsiteX3-17" fmla="*/ 491744 w 8977376"/>
                <a:gd name="connsiteY3-18" fmla="*/ 1490472 h 1490472"/>
                <a:gd name="connsiteX4-19" fmla="*/ 491744 w 8977376"/>
                <a:gd name="connsiteY4-20" fmla="*/ 0 h 1490472"/>
                <a:gd name="connsiteX0-21" fmla="*/ 617932 w 9103564"/>
                <a:gd name="connsiteY0-22" fmla="*/ 0 h 1490472"/>
                <a:gd name="connsiteX1-23" fmla="*/ 9103564 w 9103564"/>
                <a:gd name="connsiteY1-24" fmla="*/ 0 h 1490472"/>
                <a:gd name="connsiteX2-25" fmla="*/ 9103564 w 9103564"/>
                <a:gd name="connsiteY2-26" fmla="*/ 1490472 h 1490472"/>
                <a:gd name="connsiteX3-27" fmla="*/ 617932 w 9103564"/>
                <a:gd name="connsiteY3-28" fmla="*/ 1490472 h 1490472"/>
                <a:gd name="connsiteX4-29" fmla="*/ 617932 w 9103564"/>
                <a:gd name="connsiteY4-30" fmla="*/ 0 h 1490472"/>
                <a:gd name="connsiteX0-31" fmla="*/ 471887 w 8957519"/>
                <a:gd name="connsiteY0-32" fmla="*/ 0 h 1490472"/>
                <a:gd name="connsiteX1-33" fmla="*/ 8957519 w 8957519"/>
                <a:gd name="connsiteY1-34" fmla="*/ 0 h 1490472"/>
                <a:gd name="connsiteX2-35" fmla="*/ 8957519 w 8957519"/>
                <a:gd name="connsiteY2-36" fmla="*/ 1490472 h 1490472"/>
                <a:gd name="connsiteX3-37" fmla="*/ 471887 w 8957519"/>
                <a:gd name="connsiteY3-38" fmla="*/ 1490472 h 1490472"/>
                <a:gd name="connsiteX4-39" fmla="*/ 471887 w 8957519"/>
                <a:gd name="connsiteY4-40" fmla="*/ 0 h 1490472"/>
                <a:gd name="connsiteX0-41" fmla="*/ 542128 w 9027760"/>
                <a:gd name="connsiteY0-42" fmla="*/ 0 h 1490472"/>
                <a:gd name="connsiteX1-43" fmla="*/ 9027760 w 9027760"/>
                <a:gd name="connsiteY1-44" fmla="*/ 0 h 1490472"/>
                <a:gd name="connsiteX2-45" fmla="*/ 9027760 w 9027760"/>
                <a:gd name="connsiteY2-46" fmla="*/ 1490472 h 1490472"/>
                <a:gd name="connsiteX3-47" fmla="*/ 542128 w 9027760"/>
                <a:gd name="connsiteY3-48" fmla="*/ 1490472 h 1490472"/>
                <a:gd name="connsiteX4-49" fmla="*/ 542128 w 9027760"/>
                <a:gd name="connsiteY4-50" fmla="*/ 0 h 1490472"/>
                <a:gd name="connsiteX0-51" fmla="*/ 531634 w 9017266"/>
                <a:gd name="connsiteY0-52" fmla="*/ 0 h 1490472"/>
                <a:gd name="connsiteX1-53" fmla="*/ 9017266 w 9017266"/>
                <a:gd name="connsiteY1-54" fmla="*/ 0 h 1490472"/>
                <a:gd name="connsiteX2-55" fmla="*/ 9017266 w 9017266"/>
                <a:gd name="connsiteY2-56" fmla="*/ 1490472 h 1490472"/>
                <a:gd name="connsiteX3-57" fmla="*/ 531634 w 9017266"/>
                <a:gd name="connsiteY3-58" fmla="*/ 1490472 h 1490472"/>
                <a:gd name="connsiteX4-59" fmla="*/ 531634 w 9017266"/>
                <a:gd name="connsiteY4-60" fmla="*/ 0 h 14904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017266" h="1490472">
                  <a:moveTo>
                    <a:pt x="531634" y="0"/>
                  </a:moveTo>
                  <a:lnTo>
                    <a:pt x="9017266" y="0"/>
                  </a:lnTo>
                  <a:lnTo>
                    <a:pt x="9017266" y="1490472"/>
                  </a:lnTo>
                  <a:lnTo>
                    <a:pt x="531634" y="1490472"/>
                  </a:lnTo>
                  <a:cubicBezTo>
                    <a:pt x="-199886" y="1432560"/>
                    <a:pt x="-154166" y="76200"/>
                    <a:pt x="531634" y="0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Microsoft YaHei" charset="0"/>
                <a:ea typeface="+mn-ea"/>
                <a:cs typeface="Microsoft YaHei" charset="0"/>
              </a:endParaRPr>
            </a:p>
          </p:txBody>
        </p:sp>
        <p:sp>
          <p:nvSpPr>
            <p:cNvPr id="22" name="任意多边形 21"/>
            <p:cNvSpPr/>
            <p:nvPr/>
          </p:nvSpPr>
          <p:spPr>
            <a:xfrm rot="10800000" flipH="1">
              <a:off x="3471690" y="2016846"/>
              <a:ext cx="1618959" cy="591884"/>
            </a:xfrm>
            <a:custGeom>
              <a:avLst/>
              <a:gdLst>
                <a:gd name="connsiteX0" fmla="*/ 236255 w 1618609"/>
                <a:gd name="connsiteY0" fmla="*/ 591884 h 591884"/>
                <a:gd name="connsiteX1" fmla="*/ 1618609 w 1618609"/>
                <a:gd name="connsiteY1" fmla="*/ 591884 h 591884"/>
                <a:gd name="connsiteX2" fmla="*/ 1618609 w 1618609"/>
                <a:gd name="connsiteY2" fmla="*/ 0 h 591884"/>
                <a:gd name="connsiteX3" fmla="*/ 236255 w 1618609"/>
                <a:gd name="connsiteY3" fmla="*/ 0 h 591884"/>
                <a:gd name="connsiteX4" fmla="*/ 236255 w 1618609"/>
                <a:gd name="connsiteY4" fmla="*/ 591884 h 591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8609" h="591884">
                  <a:moveTo>
                    <a:pt x="236255" y="591884"/>
                  </a:moveTo>
                  <a:lnTo>
                    <a:pt x="1618609" y="591884"/>
                  </a:lnTo>
                  <a:lnTo>
                    <a:pt x="1618609" y="0"/>
                  </a:lnTo>
                  <a:lnTo>
                    <a:pt x="236255" y="0"/>
                  </a:lnTo>
                  <a:cubicBezTo>
                    <a:pt x="-68510" y="30260"/>
                    <a:pt x="-88828" y="568887"/>
                    <a:pt x="236255" y="591884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65" name="文本框 22"/>
            <p:cNvSpPr txBox="1"/>
            <p:nvPr/>
          </p:nvSpPr>
          <p:spPr>
            <a:xfrm>
              <a:off x="3581160" y="2081954"/>
              <a:ext cx="1592889" cy="4599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Microsoft YaHei" pitchFamily="34" charset="-122"/>
                  <a:ea typeface="Microsoft YaHei" pitchFamily="34" charset="-122"/>
                </a:rPr>
                <a:t>Part 4</a:t>
              </a:r>
              <a:endParaRPr lang="zh-CN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endParaRPr>
            </a:p>
          </p:txBody>
        </p:sp>
      </p:grpSp>
      <p:grpSp>
        <p:nvGrpSpPr>
          <p:cNvPr id="6166" name="组合 27"/>
          <p:cNvGrpSpPr/>
          <p:nvPr/>
        </p:nvGrpSpPr>
        <p:grpSpPr>
          <a:xfrm>
            <a:off x="8370888" y="0"/>
            <a:ext cx="2063750" cy="1465263"/>
            <a:chOff x="8661079" y="0"/>
            <a:chExt cx="1666263" cy="1183341"/>
          </a:xfrm>
        </p:grpSpPr>
        <p:cxnSp>
          <p:nvCxnSpPr>
            <p:cNvPr id="25" name="直接连接符 24"/>
            <p:cNvCxnSpPr/>
            <p:nvPr/>
          </p:nvCxnSpPr>
          <p:spPr>
            <a:xfrm flipH="1">
              <a:off x="8661079" y="0"/>
              <a:ext cx="1518862" cy="118334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419870" y="0"/>
              <a:ext cx="907472" cy="70641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69" name="组合 28"/>
          <p:cNvGrpSpPr/>
          <p:nvPr/>
        </p:nvGrpSpPr>
        <p:grpSpPr>
          <a:xfrm rot="10800000">
            <a:off x="846138" y="5392738"/>
            <a:ext cx="2063750" cy="1465262"/>
            <a:chOff x="8661079" y="0"/>
            <a:chExt cx="1666263" cy="1183341"/>
          </a:xfrm>
        </p:grpSpPr>
        <p:cxnSp>
          <p:nvCxnSpPr>
            <p:cNvPr id="30" name="直接连接符 29"/>
            <p:cNvCxnSpPr/>
            <p:nvPr/>
          </p:nvCxnSpPr>
          <p:spPr>
            <a:xfrm flipH="1">
              <a:off x="8662361" y="0"/>
              <a:ext cx="1518862" cy="118334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9419870" y="0"/>
              <a:ext cx="907472" cy="70641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直接连接符 32"/>
          <p:cNvCxnSpPr/>
          <p:nvPr/>
        </p:nvCxnSpPr>
        <p:spPr>
          <a:xfrm>
            <a:off x="3201988" y="1601788"/>
            <a:ext cx="25558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73" name="文本框 33"/>
          <p:cNvSpPr txBox="1"/>
          <p:nvPr/>
        </p:nvSpPr>
        <p:spPr>
          <a:xfrm>
            <a:off x="3177540" y="1078230"/>
            <a:ext cx="372237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28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Course Outline(1/2)</a:t>
            </a:r>
            <a:endParaRPr lang="en-US" altLang="en-US" sz="2800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5334455" y="2861976"/>
            <a:ext cx="43543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Swift for UIKit</a:t>
            </a:r>
            <a:r>
              <a:rPr lang="en-US" altLang="zh-CN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 </a:t>
            </a:r>
            <a:r>
              <a:rPr lang="en-US" altLang="zh-CN" sz="16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(week02)</a:t>
            </a:r>
            <a:endParaRPr lang="en-US" altLang="zh-CN" sz="1600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1" name="文本框 1"/>
          <p:cNvSpPr txBox="1"/>
          <p:nvPr/>
        </p:nvSpPr>
        <p:spPr>
          <a:xfrm>
            <a:off x="5334635" y="3772535"/>
            <a:ext cx="60210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The viewControllerLifecycle </a:t>
            </a:r>
            <a:r>
              <a:rPr lang="en-US" altLang="zh-CN" sz="1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(week03)</a:t>
            </a:r>
            <a:endParaRPr lang="en-US" altLang="zh-CN" sz="1400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3" name="文本框 1"/>
          <p:cNvSpPr txBox="1"/>
          <p:nvPr/>
        </p:nvSpPr>
        <p:spPr>
          <a:xfrm>
            <a:off x="5337810" y="4584065"/>
            <a:ext cx="46748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Navigation with UIKit</a:t>
            </a:r>
            <a:r>
              <a:rPr lang="en-US" altLang="zh-CN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 </a:t>
            </a:r>
            <a:r>
              <a:rPr lang="en-US" altLang="zh-CN" sz="16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(week04)</a:t>
            </a:r>
            <a:endParaRPr lang="en-US" altLang="zh-CN" sz="1600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grpSp>
        <p:nvGrpSpPr>
          <p:cNvPr id="18" name="组合 18"/>
          <p:cNvGrpSpPr/>
          <p:nvPr/>
        </p:nvGrpSpPr>
        <p:grpSpPr>
          <a:xfrm>
            <a:off x="3239135" y="5324475"/>
            <a:ext cx="7195820" cy="592455"/>
            <a:chOff x="3471690" y="2016846"/>
            <a:chExt cx="5793333" cy="591884"/>
          </a:xfrm>
        </p:grpSpPr>
        <p:sp>
          <p:nvSpPr>
            <p:cNvPr id="19" name="矩形 5"/>
            <p:cNvSpPr/>
            <p:nvPr/>
          </p:nvSpPr>
          <p:spPr>
            <a:xfrm flipH="1">
              <a:off x="5257306" y="2016846"/>
              <a:ext cx="4007717" cy="591884"/>
            </a:xfrm>
            <a:custGeom>
              <a:avLst/>
              <a:gdLst>
                <a:gd name="connsiteX0" fmla="*/ 0 w 8485632"/>
                <a:gd name="connsiteY0" fmla="*/ 0 h 1490472"/>
                <a:gd name="connsiteX1" fmla="*/ 8485632 w 8485632"/>
                <a:gd name="connsiteY1" fmla="*/ 0 h 1490472"/>
                <a:gd name="connsiteX2" fmla="*/ 8485632 w 8485632"/>
                <a:gd name="connsiteY2" fmla="*/ 1490472 h 1490472"/>
                <a:gd name="connsiteX3" fmla="*/ 0 w 8485632"/>
                <a:gd name="connsiteY3" fmla="*/ 1490472 h 1490472"/>
                <a:gd name="connsiteX4" fmla="*/ 0 w 8485632"/>
                <a:gd name="connsiteY4" fmla="*/ 0 h 1490472"/>
                <a:gd name="connsiteX0-1" fmla="*/ 0 w 8485632"/>
                <a:gd name="connsiteY0-2" fmla="*/ 0 h 1490472"/>
                <a:gd name="connsiteX1-3" fmla="*/ 8485632 w 8485632"/>
                <a:gd name="connsiteY1-4" fmla="*/ 0 h 1490472"/>
                <a:gd name="connsiteX2-5" fmla="*/ 8485632 w 8485632"/>
                <a:gd name="connsiteY2-6" fmla="*/ 1490472 h 1490472"/>
                <a:gd name="connsiteX3-7" fmla="*/ 0 w 8485632"/>
                <a:gd name="connsiteY3-8" fmla="*/ 1490472 h 1490472"/>
                <a:gd name="connsiteX4-9" fmla="*/ 0 w 8485632"/>
                <a:gd name="connsiteY4-10" fmla="*/ 0 h 1490472"/>
                <a:gd name="connsiteX0-11" fmla="*/ 491744 w 8977376"/>
                <a:gd name="connsiteY0-12" fmla="*/ 0 h 1490472"/>
                <a:gd name="connsiteX1-13" fmla="*/ 8977376 w 8977376"/>
                <a:gd name="connsiteY1-14" fmla="*/ 0 h 1490472"/>
                <a:gd name="connsiteX2-15" fmla="*/ 8977376 w 8977376"/>
                <a:gd name="connsiteY2-16" fmla="*/ 1490472 h 1490472"/>
                <a:gd name="connsiteX3-17" fmla="*/ 491744 w 8977376"/>
                <a:gd name="connsiteY3-18" fmla="*/ 1490472 h 1490472"/>
                <a:gd name="connsiteX4-19" fmla="*/ 491744 w 8977376"/>
                <a:gd name="connsiteY4-20" fmla="*/ 0 h 1490472"/>
                <a:gd name="connsiteX0-21" fmla="*/ 617932 w 9103564"/>
                <a:gd name="connsiteY0-22" fmla="*/ 0 h 1490472"/>
                <a:gd name="connsiteX1-23" fmla="*/ 9103564 w 9103564"/>
                <a:gd name="connsiteY1-24" fmla="*/ 0 h 1490472"/>
                <a:gd name="connsiteX2-25" fmla="*/ 9103564 w 9103564"/>
                <a:gd name="connsiteY2-26" fmla="*/ 1490472 h 1490472"/>
                <a:gd name="connsiteX3-27" fmla="*/ 617932 w 9103564"/>
                <a:gd name="connsiteY3-28" fmla="*/ 1490472 h 1490472"/>
                <a:gd name="connsiteX4-29" fmla="*/ 617932 w 9103564"/>
                <a:gd name="connsiteY4-30" fmla="*/ 0 h 1490472"/>
                <a:gd name="connsiteX0-31" fmla="*/ 471887 w 8957519"/>
                <a:gd name="connsiteY0-32" fmla="*/ 0 h 1490472"/>
                <a:gd name="connsiteX1-33" fmla="*/ 8957519 w 8957519"/>
                <a:gd name="connsiteY1-34" fmla="*/ 0 h 1490472"/>
                <a:gd name="connsiteX2-35" fmla="*/ 8957519 w 8957519"/>
                <a:gd name="connsiteY2-36" fmla="*/ 1490472 h 1490472"/>
                <a:gd name="connsiteX3-37" fmla="*/ 471887 w 8957519"/>
                <a:gd name="connsiteY3-38" fmla="*/ 1490472 h 1490472"/>
                <a:gd name="connsiteX4-39" fmla="*/ 471887 w 8957519"/>
                <a:gd name="connsiteY4-40" fmla="*/ 0 h 1490472"/>
                <a:gd name="connsiteX0-41" fmla="*/ 542128 w 9027760"/>
                <a:gd name="connsiteY0-42" fmla="*/ 0 h 1490472"/>
                <a:gd name="connsiteX1-43" fmla="*/ 9027760 w 9027760"/>
                <a:gd name="connsiteY1-44" fmla="*/ 0 h 1490472"/>
                <a:gd name="connsiteX2-45" fmla="*/ 9027760 w 9027760"/>
                <a:gd name="connsiteY2-46" fmla="*/ 1490472 h 1490472"/>
                <a:gd name="connsiteX3-47" fmla="*/ 542128 w 9027760"/>
                <a:gd name="connsiteY3-48" fmla="*/ 1490472 h 1490472"/>
                <a:gd name="connsiteX4-49" fmla="*/ 542128 w 9027760"/>
                <a:gd name="connsiteY4-50" fmla="*/ 0 h 1490472"/>
                <a:gd name="connsiteX0-51" fmla="*/ 531634 w 9017266"/>
                <a:gd name="connsiteY0-52" fmla="*/ 0 h 1490472"/>
                <a:gd name="connsiteX1-53" fmla="*/ 9017266 w 9017266"/>
                <a:gd name="connsiteY1-54" fmla="*/ 0 h 1490472"/>
                <a:gd name="connsiteX2-55" fmla="*/ 9017266 w 9017266"/>
                <a:gd name="connsiteY2-56" fmla="*/ 1490472 h 1490472"/>
                <a:gd name="connsiteX3-57" fmla="*/ 531634 w 9017266"/>
                <a:gd name="connsiteY3-58" fmla="*/ 1490472 h 1490472"/>
                <a:gd name="connsiteX4-59" fmla="*/ 531634 w 9017266"/>
                <a:gd name="connsiteY4-60" fmla="*/ 0 h 14904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017266" h="1490472">
                  <a:moveTo>
                    <a:pt x="531634" y="0"/>
                  </a:moveTo>
                  <a:lnTo>
                    <a:pt x="9017266" y="0"/>
                  </a:lnTo>
                  <a:lnTo>
                    <a:pt x="9017266" y="1490472"/>
                  </a:lnTo>
                  <a:lnTo>
                    <a:pt x="531634" y="1490472"/>
                  </a:lnTo>
                  <a:cubicBezTo>
                    <a:pt x="-199886" y="1432560"/>
                    <a:pt x="-154166" y="76200"/>
                    <a:pt x="531634" y="0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Microsoft YaHei" charset="0"/>
                <a:ea typeface="+mn-ea"/>
                <a:cs typeface="Microsoft YaHei" charset="0"/>
              </a:endParaRPr>
            </a:p>
          </p:txBody>
        </p:sp>
        <p:sp>
          <p:nvSpPr>
            <p:cNvPr id="21" name="任意多边形 21"/>
            <p:cNvSpPr/>
            <p:nvPr/>
          </p:nvSpPr>
          <p:spPr>
            <a:xfrm rot="10800000" flipH="1">
              <a:off x="3471690" y="2016846"/>
              <a:ext cx="1618959" cy="591884"/>
            </a:xfrm>
            <a:custGeom>
              <a:avLst/>
              <a:gdLst>
                <a:gd name="connsiteX0" fmla="*/ 236255 w 1618609"/>
                <a:gd name="connsiteY0" fmla="*/ 591884 h 591884"/>
                <a:gd name="connsiteX1" fmla="*/ 1618609 w 1618609"/>
                <a:gd name="connsiteY1" fmla="*/ 591884 h 591884"/>
                <a:gd name="connsiteX2" fmla="*/ 1618609 w 1618609"/>
                <a:gd name="connsiteY2" fmla="*/ 0 h 591884"/>
                <a:gd name="connsiteX3" fmla="*/ 236255 w 1618609"/>
                <a:gd name="connsiteY3" fmla="*/ 0 h 591884"/>
                <a:gd name="connsiteX4" fmla="*/ 236255 w 1618609"/>
                <a:gd name="connsiteY4" fmla="*/ 591884 h 591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8609" h="591884">
                  <a:moveTo>
                    <a:pt x="236255" y="591884"/>
                  </a:moveTo>
                  <a:lnTo>
                    <a:pt x="1618609" y="591884"/>
                  </a:lnTo>
                  <a:lnTo>
                    <a:pt x="1618609" y="0"/>
                  </a:lnTo>
                  <a:lnTo>
                    <a:pt x="236255" y="0"/>
                  </a:lnTo>
                  <a:cubicBezTo>
                    <a:pt x="-68510" y="30260"/>
                    <a:pt x="-88828" y="568887"/>
                    <a:pt x="236255" y="591884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581160" y="2081954"/>
              <a:ext cx="1592889" cy="4599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Microsoft YaHei" pitchFamily="34" charset="-122"/>
                  <a:ea typeface="Microsoft YaHei" pitchFamily="34" charset="-122"/>
                </a:rPr>
                <a:t>Part 5</a:t>
              </a:r>
              <a:endParaRPr lang="zh-CN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endParaRPr>
            </a:p>
          </p:txBody>
        </p:sp>
      </p:grpSp>
      <p:grpSp>
        <p:nvGrpSpPr>
          <p:cNvPr id="24" name="组合 18"/>
          <p:cNvGrpSpPr/>
          <p:nvPr/>
        </p:nvGrpSpPr>
        <p:grpSpPr>
          <a:xfrm>
            <a:off x="3239135" y="6070600"/>
            <a:ext cx="7195820" cy="592455"/>
            <a:chOff x="3471690" y="2016846"/>
            <a:chExt cx="5793333" cy="591884"/>
          </a:xfrm>
        </p:grpSpPr>
        <p:sp>
          <p:nvSpPr>
            <p:cNvPr id="27" name="矩形 5"/>
            <p:cNvSpPr/>
            <p:nvPr/>
          </p:nvSpPr>
          <p:spPr>
            <a:xfrm flipH="1">
              <a:off x="5257306" y="2016846"/>
              <a:ext cx="4007717" cy="591884"/>
            </a:xfrm>
            <a:custGeom>
              <a:avLst/>
              <a:gdLst>
                <a:gd name="connsiteX0" fmla="*/ 0 w 8485632"/>
                <a:gd name="connsiteY0" fmla="*/ 0 h 1490472"/>
                <a:gd name="connsiteX1" fmla="*/ 8485632 w 8485632"/>
                <a:gd name="connsiteY1" fmla="*/ 0 h 1490472"/>
                <a:gd name="connsiteX2" fmla="*/ 8485632 w 8485632"/>
                <a:gd name="connsiteY2" fmla="*/ 1490472 h 1490472"/>
                <a:gd name="connsiteX3" fmla="*/ 0 w 8485632"/>
                <a:gd name="connsiteY3" fmla="*/ 1490472 h 1490472"/>
                <a:gd name="connsiteX4" fmla="*/ 0 w 8485632"/>
                <a:gd name="connsiteY4" fmla="*/ 0 h 1490472"/>
                <a:gd name="connsiteX0-1" fmla="*/ 0 w 8485632"/>
                <a:gd name="connsiteY0-2" fmla="*/ 0 h 1490472"/>
                <a:gd name="connsiteX1-3" fmla="*/ 8485632 w 8485632"/>
                <a:gd name="connsiteY1-4" fmla="*/ 0 h 1490472"/>
                <a:gd name="connsiteX2-5" fmla="*/ 8485632 w 8485632"/>
                <a:gd name="connsiteY2-6" fmla="*/ 1490472 h 1490472"/>
                <a:gd name="connsiteX3-7" fmla="*/ 0 w 8485632"/>
                <a:gd name="connsiteY3-8" fmla="*/ 1490472 h 1490472"/>
                <a:gd name="connsiteX4-9" fmla="*/ 0 w 8485632"/>
                <a:gd name="connsiteY4-10" fmla="*/ 0 h 1490472"/>
                <a:gd name="connsiteX0-11" fmla="*/ 491744 w 8977376"/>
                <a:gd name="connsiteY0-12" fmla="*/ 0 h 1490472"/>
                <a:gd name="connsiteX1-13" fmla="*/ 8977376 w 8977376"/>
                <a:gd name="connsiteY1-14" fmla="*/ 0 h 1490472"/>
                <a:gd name="connsiteX2-15" fmla="*/ 8977376 w 8977376"/>
                <a:gd name="connsiteY2-16" fmla="*/ 1490472 h 1490472"/>
                <a:gd name="connsiteX3-17" fmla="*/ 491744 w 8977376"/>
                <a:gd name="connsiteY3-18" fmla="*/ 1490472 h 1490472"/>
                <a:gd name="connsiteX4-19" fmla="*/ 491744 w 8977376"/>
                <a:gd name="connsiteY4-20" fmla="*/ 0 h 1490472"/>
                <a:gd name="connsiteX0-21" fmla="*/ 617932 w 9103564"/>
                <a:gd name="connsiteY0-22" fmla="*/ 0 h 1490472"/>
                <a:gd name="connsiteX1-23" fmla="*/ 9103564 w 9103564"/>
                <a:gd name="connsiteY1-24" fmla="*/ 0 h 1490472"/>
                <a:gd name="connsiteX2-25" fmla="*/ 9103564 w 9103564"/>
                <a:gd name="connsiteY2-26" fmla="*/ 1490472 h 1490472"/>
                <a:gd name="connsiteX3-27" fmla="*/ 617932 w 9103564"/>
                <a:gd name="connsiteY3-28" fmla="*/ 1490472 h 1490472"/>
                <a:gd name="connsiteX4-29" fmla="*/ 617932 w 9103564"/>
                <a:gd name="connsiteY4-30" fmla="*/ 0 h 1490472"/>
                <a:gd name="connsiteX0-31" fmla="*/ 471887 w 8957519"/>
                <a:gd name="connsiteY0-32" fmla="*/ 0 h 1490472"/>
                <a:gd name="connsiteX1-33" fmla="*/ 8957519 w 8957519"/>
                <a:gd name="connsiteY1-34" fmla="*/ 0 h 1490472"/>
                <a:gd name="connsiteX2-35" fmla="*/ 8957519 w 8957519"/>
                <a:gd name="connsiteY2-36" fmla="*/ 1490472 h 1490472"/>
                <a:gd name="connsiteX3-37" fmla="*/ 471887 w 8957519"/>
                <a:gd name="connsiteY3-38" fmla="*/ 1490472 h 1490472"/>
                <a:gd name="connsiteX4-39" fmla="*/ 471887 w 8957519"/>
                <a:gd name="connsiteY4-40" fmla="*/ 0 h 1490472"/>
                <a:gd name="connsiteX0-41" fmla="*/ 542128 w 9027760"/>
                <a:gd name="connsiteY0-42" fmla="*/ 0 h 1490472"/>
                <a:gd name="connsiteX1-43" fmla="*/ 9027760 w 9027760"/>
                <a:gd name="connsiteY1-44" fmla="*/ 0 h 1490472"/>
                <a:gd name="connsiteX2-45" fmla="*/ 9027760 w 9027760"/>
                <a:gd name="connsiteY2-46" fmla="*/ 1490472 h 1490472"/>
                <a:gd name="connsiteX3-47" fmla="*/ 542128 w 9027760"/>
                <a:gd name="connsiteY3-48" fmla="*/ 1490472 h 1490472"/>
                <a:gd name="connsiteX4-49" fmla="*/ 542128 w 9027760"/>
                <a:gd name="connsiteY4-50" fmla="*/ 0 h 1490472"/>
                <a:gd name="connsiteX0-51" fmla="*/ 531634 w 9017266"/>
                <a:gd name="connsiteY0-52" fmla="*/ 0 h 1490472"/>
                <a:gd name="connsiteX1-53" fmla="*/ 9017266 w 9017266"/>
                <a:gd name="connsiteY1-54" fmla="*/ 0 h 1490472"/>
                <a:gd name="connsiteX2-55" fmla="*/ 9017266 w 9017266"/>
                <a:gd name="connsiteY2-56" fmla="*/ 1490472 h 1490472"/>
                <a:gd name="connsiteX3-57" fmla="*/ 531634 w 9017266"/>
                <a:gd name="connsiteY3-58" fmla="*/ 1490472 h 1490472"/>
                <a:gd name="connsiteX4-59" fmla="*/ 531634 w 9017266"/>
                <a:gd name="connsiteY4-60" fmla="*/ 0 h 14904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017266" h="1490472">
                  <a:moveTo>
                    <a:pt x="531634" y="0"/>
                  </a:moveTo>
                  <a:lnTo>
                    <a:pt x="9017266" y="0"/>
                  </a:lnTo>
                  <a:lnTo>
                    <a:pt x="9017266" y="1490472"/>
                  </a:lnTo>
                  <a:lnTo>
                    <a:pt x="531634" y="1490472"/>
                  </a:lnTo>
                  <a:cubicBezTo>
                    <a:pt x="-199886" y="1432560"/>
                    <a:pt x="-154166" y="76200"/>
                    <a:pt x="531634" y="0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Microsoft YaHei" charset="0"/>
                <a:ea typeface="+mn-ea"/>
                <a:cs typeface="Microsoft YaHei" charset="0"/>
              </a:endParaRPr>
            </a:p>
          </p:txBody>
        </p:sp>
        <p:sp>
          <p:nvSpPr>
            <p:cNvPr id="28" name="任意多边形 21"/>
            <p:cNvSpPr/>
            <p:nvPr/>
          </p:nvSpPr>
          <p:spPr>
            <a:xfrm rot="10800000" flipH="1">
              <a:off x="3471690" y="2016846"/>
              <a:ext cx="1618959" cy="591884"/>
            </a:xfrm>
            <a:custGeom>
              <a:avLst/>
              <a:gdLst>
                <a:gd name="connsiteX0" fmla="*/ 236255 w 1618609"/>
                <a:gd name="connsiteY0" fmla="*/ 591884 h 591884"/>
                <a:gd name="connsiteX1" fmla="*/ 1618609 w 1618609"/>
                <a:gd name="connsiteY1" fmla="*/ 591884 h 591884"/>
                <a:gd name="connsiteX2" fmla="*/ 1618609 w 1618609"/>
                <a:gd name="connsiteY2" fmla="*/ 0 h 591884"/>
                <a:gd name="connsiteX3" fmla="*/ 236255 w 1618609"/>
                <a:gd name="connsiteY3" fmla="*/ 0 h 591884"/>
                <a:gd name="connsiteX4" fmla="*/ 236255 w 1618609"/>
                <a:gd name="connsiteY4" fmla="*/ 591884 h 591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8609" h="591884">
                  <a:moveTo>
                    <a:pt x="236255" y="591884"/>
                  </a:moveTo>
                  <a:lnTo>
                    <a:pt x="1618609" y="591884"/>
                  </a:lnTo>
                  <a:lnTo>
                    <a:pt x="1618609" y="0"/>
                  </a:lnTo>
                  <a:lnTo>
                    <a:pt x="236255" y="0"/>
                  </a:lnTo>
                  <a:cubicBezTo>
                    <a:pt x="-68510" y="30260"/>
                    <a:pt x="-88828" y="568887"/>
                    <a:pt x="236255" y="591884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文本框 22"/>
            <p:cNvSpPr txBox="1"/>
            <p:nvPr/>
          </p:nvSpPr>
          <p:spPr>
            <a:xfrm>
              <a:off x="3581160" y="2081954"/>
              <a:ext cx="1592889" cy="4599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Microsoft YaHei" pitchFamily="34" charset="-122"/>
                  <a:ea typeface="Microsoft YaHei" pitchFamily="34" charset="-122"/>
                </a:rPr>
                <a:t>Part 6</a:t>
              </a:r>
              <a:endParaRPr lang="zh-CN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endParaRPr>
            </a:p>
          </p:txBody>
        </p:sp>
      </p:grpSp>
      <p:sp>
        <p:nvSpPr>
          <p:cNvPr id="32" name="文本框 1"/>
          <p:cNvSpPr txBox="1"/>
          <p:nvPr/>
        </p:nvSpPr>
        <p:spPr>
          <a:xfrm>
            <a:off x="5382260" y="5395595"/>
            <a:ext cx="53390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Tables &amp; Lists</a:t>
            </a:r>
            <a:r>
              <a:rPr lang="en-US" altLang="en-US" sz="18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(UITableView)</a:t>
            </a:r>
            <a:r>
              <a:rPr lang="en-US" altLang="zh-CN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 </a:t>
            </a:r>
            <a:r>
              <a:rPr lang="en-US" altLang="zh-CN" sz="16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(week05)</a:t>
            </a:r>
            <a:endParaRPr lang="en-US" altLang="zh-CN" sz="1600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34" name="文本框 1"/>
          <p:cNvSpPr txBox="1"/>
          <p:nvPr/>
        </p:nvSpPr>
        <p:spPr>
          <a:xfrm>
            <a:off x="5457190" y="6141085"/>
            <a:ext cx="46748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Data in UIKit</a:t>
            </a:r>
            <a:r>
              <a:rPr lang="en-US" altLang="zh-CN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 </a:t>
            </a:r>
            <a:r>
              <a:rPr lang="en-US" altLang="zh-CN" sz="16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(week06)</a:t>
            </a:r>
            <a:endParaRPr lang="en-US" altLang="zh-CN" sz="1600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6146" name="组合 7"/>
          <p:cNvGrpSpPr/>
          <p:nvPr/>
        </p:nvGrpSpPr>
        <p:grpSpPr>
          <a:xfrm>
            <a:off x="2466975" y="1949450"/>
            <a:ext cx="8855712" cy="592455"/>
            <a:chOff x="3471690" y="2016846"/>
            <a:chExt cx="7129916" cy="591884"/>
          </a:xfrm>
        </p:grpSpPr>
        <p:sp>
          <p:nvSpPr>
            <p:cNvPr id="3" name="矩形 5"/>
            <p:cNvSpPr/>
            <p:nvPr/>
          </p:nvSpPr>
          <p:spPr>
            <a:xfrm flipH="1">
              <a:off x="5257492" y="2016846"/>
              <a:ext cx="5183068" cy="591884"/>
            </a:xfrm>
            <a:custGeom>
              <a:avLst/>
              <a:gdLst>
                <a:gd name="connsiteX0" fmla="*/ 0 w 8485632"/>
                <a:gd name="connsiteY0" fmla="*/ 0 h 1490472"/>
                <a:gd name="connsiteX1" fmla="*/ 8485632 w 8485632"/>
                <a:gd name="connsiteY1" fmla="*/ 0 h 1490472"/>
                <a:gd name="connsiteX2" fmla="*/ 8485632 w 8485632"/>
                <a:gd name="connsiteY2" fmla="*/ 1490472 h 1490472"/>
                <a:gd name="connsiteX3" fmla="*/ 0 w 8485632"/>
                <a:gd name="connsiteY3" fmla="*/ 1490472 h 1490472"/>
                <a:gd name="connsiteX4" fmla="*/ 0 w 8485632"/>
                <a:gd name="connsiteY4" fmla="*/ 0 h 1490472"/>
                <a:gd name="connsiteX0-1" fmla="*/ 0 w 8485632"/>
                <a:gd name="connsiteY0-2" fmla="*/ 0 h 1490472"/>
                <a:gd name="connsiteX1-3" fmla="*/ 8485632 w 8485632"/>
                <a:gd name="connsiteY1-4" fmla="*/ 0 h 1490472"/>
                <a:gd name="connsiteX2-5" fmla="*/ 8485632 w 8485632"/>
                <a:gd name="connsiteY2-6" fmla="*/ 1490472 h 1490472"/>
                <a:gd name="connsiteX3-7" fmla="*/ 0 w 8485632"/>
                <a:gd name="connsiteY3-8" fmla="*/ 1490472 h 1490472"/>
                <a:gd name="connsiteX4-9" fmla="*/ 0 w 8485632"/>
                <a:gd name="connsiteY4-10" fmla="*/ 0 h 1490472"/>
                <a:gd name="connsiteX0-11" fmla="*/ 491744 w 8977376"/>
                <a:gd name="connsiteY0-12" fmla="*/ 0 h 1490472"/>
                <a:gd name="connsiteX1-13" fmla="*/ 8977376 w 8977376"/>
                <a:gd name="connsiteY1-14" fmla="*/ 0 h 1490472"/>
                <a:gd name="connsiteX2-15" fmla="*/ 8977376 w 8977376"/>
                <a:gd name="connsiteY2-16" fmla="*/ 1490472 h 1490472"/>
                <a:gd name="connsiteX3-17" fmla="*/ 491744 w 8977376"/>
                <a:gd name="connsiteY3-18" fmla="*/ 1490472 h 1490472"/>
                <a:gd name="connsiteX4-19" fmla="*/ 491744 w 8977376"/>
                <a:gd name="connsiteY4-20" fmla="*/ 0 h 1490472"/>
                <a:gd name="connsiteX0-21" fmla="*/ 617932 w 9103564"/>
                <a:gd name="connsiteY0-22" fmla="*/ 0 h 1490472"/>
                <a:gd name="connsiteX1-23" fmla="*/ 9103564 w 9103564"/>
                <a:gd name="connsiteY1-24" fmla="*/ 0 h 1490472"/>
                <a:gd name="connsiteX2-25" fmla="*/ 9103564 w 9103564"/>
                <a:gd name="connsiteY2-26" fmla="*/ 1490472 h 1490472"/>
                <a:gd name="connsiteX3-27" fmla="*/ 617932 w 9103564"/>
                <a:gd name="connsiteY3-28" fmla="*/ 1490472 h 1490472"/>
                <a:gd name="connsiteX4-29" fmla="*/ 617932 w 9103564"/>
                <a:gd name="connsiteY4-30" fmla="*/ 0 h 1490472"/>
                <a:gd name="connsiteX0-31" fmla="*/ 471887 w 8957519"/>
                <a:gd name="connsiteY0-32" fmla="*/ 0 h 1490472"/>
                <a:gd name="connsiteX1-33" fmla="*/ 8957519 w 8957519"/>
                <a:gd name="connsiteY1-34" fmla="*/ 0 h 1490472"/>
                <a:gd name="connsiteX2-35" fmla="*/ 8957519 w 8957519"/>
                <a:gd name="connsiteY2-36" fmla="*/ 1490472 h 1490472"/>
                <a:gd name="connsiteX3-37" fmla="*/ 471887 w 8957519"/>
                <a:gd name="connsiteY3-38" fmla="*/ 1490472 h 1490472"/>
                <a:gd name="connsiteX4-39" fmla="*/ 471887 w 8957519"/>
                <a:gd name="connsiteY4-40" fmla="*/ 0 h 1490472"/>
                <a:gd name="connsiteX0-41" fmla="*/ 542128 w 9027760"/>
                <a:gd name="connsiteY0-42" fmla="*/ 0 h 1490472"/>
                <a:gd name="connsiteX1-43" fmla="*/ 9027760 w 9027760"/>
                <a:gd name="connsiteY1-44" fmla="*/ 0 h 1490472"/>
                <a:gd name="connsiteX2-45" fmla="*/ 9027760 w 9027760"/>
                <a:gd name="connsiteY2-46" fmla="*/ 1490472 h 1490472"/>
                <a:gd name="connsiteX3-47" fmla="*/ 542128 w 9027760"/>
                <a:gd name="connsiteY3-48" fmla="*/ 1490472 h 1490472"/>
                <a:gd name="connsiteX4-49" fmla="*/ 542128 w 9027760"/>
                <a:gd name="connsiteY4-50" fmla="*/ 0 h 1490472"/>
                <a:gd name="connsiteX0-51" fmla="*/ 531634 w 9017266"/>
                <a:gd name="connsiteY0-52" fmla="*/ 0 h 1490472"/>
                <a:gd name="connsiteX1-53" fmla="*/ 9017266 w 9017266"/>
                <a:gd name="connsiteY1-54" fmla="*/ 0 h 1490472"/>
                <a:gd name="connsiteX2-55" fmla="*/ 9017266 w 9017266"/>
                <a:gd name="connsiteY2-56" fmla="*/ 1490472 h 1490472"/>
                <a:gd name="connsiteX3-57" fmla="*/ 531634 w 9017266"/>
                <a:gd name="connsiteY3-58" fmla="*/ 1490472 h 1490472"/>
                <a:gd name="connsiteX4-59" fmla="*/ 531634 w 9017266"/>
                <a:gd name="connsiteY4-60" fmla="*/ 0 h 14904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017266" h="1490472">
                  <a:moveTo>
                    <a:pt x="531634" y="0"/>
                  </a:moveTo>
                  <a:lnTo>
                    <a:pt x="9017266" y="0"/>
                  </a:lnTo>
                  <a:lnTo>
                    <a:pt x="9017266" y="1490472"/>
                  </a:lnTo>
                  <a:lnTo>
                    <a:pt x="531634" y="1490472"/>
                  </a:lnTo>
                  <a:cubicBezTo>
                    <a:pt x="-199886" y="1432560"/>
                    <a:pt x="-154166" y="76200"/>
                    <a:pt x="531634" y="0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48" name="文本框 1"/>
            <p:cNvSpPr txBox="1"/>
            <p:nvPr/>
          </p:nvSpPr>
          <p:spPr>
            <a:xfrm>
              <a:off x="5177738" y="2065694"/>
              <a:ext cx="5423868" cy="4599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en-US" sz="2400" b="1" dirty="0">
                  <a:solidFill>
                    <a:schemeClr val="bg1"/>
                  </a:solidFill>
                  <a:latin typeface="Microsoft YaHei" pitchFamily="34" charset="-122"/>
                  <a:ea typeface="Microsoft YaHei" pitchFamily="34" charset="-122"/>
                  <a:sym typeface="+mn-ea"/>
                </a:rPr>
                <a:t>Hello, SwiftUI! The Paradigm Shift</a:t>
              </a:r>
              <a:r>
                <a:rPr lang="en-US" altLang="zh-CN" sz="2400" b="1" dirty="0">
                  <a:solidFill>
                    <a:schemeClr val="bg1"/>
                  </a:solidFill>
                  <a:latin typeface="Microsoft YaHei" pitchFamily="34" charset="-122"/>
                  <a:ea typeface="Microsoft YaHei" pitchFamily="34" charset="-122"/>
                  <a:sym typeface="+mn-ea"/>
                </a:rPr>
                <a:t> </a:t>
              </a:r>
              <a:r>
                <a:rPr lang="en-US" altLang="zh-CN" sz="1600" b="1" dirty="0">
                  <a:solidFill>
                    <a:schemeClr val="bg1"/>
                  </a:solidFill>
                  <a:latin typeface="Microsoft YaHei" pitchFamily="34" charset="-122"/>
                  <a:ea typeface="Microsoft YaHei" pitchFamily="34" charset="-122"/>
                  <a:sym typeface="+mn-ea"/>
                </a:rPr>
                <a:t>(week07)</a:t>
              </a:r>
              <a:endParaRPr lang="en-US" altLang="zh-CN" sz="16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sym typeface="+mn-ea"/>
              </a:endParaRPr>
            </a:p>
          </p:txBody>
        </p:sp>
        <p:sp>
          <p:nvSpPr>
            <p:cNvPr id="6" name="任意多边形 5"/>
            <p:cNvSpPr/>
            <p:nvPr/>
          </p:nvSpPr>
          <p:spPr>
            <a:xfrm rot="10800000" flipH="1">
              <a:off x="3471690" y="2016846"/>
              <a:ext cx="1618959" cy="591884"/>
            </a:xfrm>
            <a:custGeom>
              <a:avLst/>
              <a:gdLst>
                <a:gd name="connsiteX0" fmla="*/ 236255 w 1618609"/>
                <a:gd name="connsiteY0" fmla="*/ 591884 h 591884"/>
                <a:gd name="connsiteX1" fmla="*/ 1618609 w 1618609"/>
                <a:gd name="connsiteY1" fmla="*/ 591884 h 591884"/>
                <a:gd name="connsiteX2" fmla="*/ 1618609 w 1618609"/>
                <a:gd name="connsiteY2" fmla="*/ 0 h 591884"/>
                <a:gd name="connsiteX3" fmla="*/ 236255 w 1618609"/>
                <a:gd name="connsiteY3" fmla="*/ 0 h 591884"/>
                <a:gd name="connsiteX4" fmla="*/ 236255 w 1618609"/>
                <a:gd name="connsiteY4" fmla="*/ 591884 h 591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8609" h="591884">
                  <a:moveTo>
                    <a:pt x="236255" y="591884"/>
                  </a:moveTo>
                  <a:lnTo>
                    <a:pt x="1618609" y="591884"/>
                  </a:lnTo>
                  <a:lnTo>
                    <a:pt x="1618609" y="0"/>
                  </a:lnTo>
                  <a:lnTo>
                    <a:pt x="236255" y="0"/>
                  </a:lnTo>
                  <a:cubicBezTo>
                    <a:pt x="-68510" y="30260"/>
                    <a:pt x="-88828" y="568887"/>
                    <a:pt x="236255" y="591884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50" name="文本框 6"/>
            <p:cNvSpPr txBox="1"/>
            <p:nvPr/>
          </p:nvSpPr>
          <p:spPr>
            <a:xfrm>
              <a:off x="3581160" y="2081954"/>
              <a:ext cx="1592889" cy="4599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Microsoft YaHei" pitchFamily="34" charset="-122"/>
                  <a:ea typeface="Microsoft YaHei" pitchFamily="34" charset="-122"/>
                </a:rPr>
                <a:t>Part 7</a:t>
              </a:r>
              <a:endParaRPr lang="zh-CN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endParaRPr>
            </a:p>
          </p:txBody>
        </p:sp>
      </p:grpSp>
      <p:grpSp>
        <p:nvGrpSpPr>
          <p:cNvPr id="6151" name="组合 8"/>
          <p:cNvGrpSpPr/>
          <p:nvPr/>
        </p:nvGrpSpPr>
        <p:grpSpPr>
          <a:xfrm>
            <a:off x="2471420" y="2707640"/>
            <a:ext cx="7963535" cy="590550"/>
            <a:chOff x="3471690" y="2016846"/>
            <a:chExt cx="6411418" cy="591884"/>
          </a:xfrm>
        </p:grpSpPr>
        <p:sp>
          <p:nvSpPr>
            <p:cNvPr id="10" name="矩形 5"/>
            <p:cNvSpPr/>
            <p:nvPr/>
          </p:nvSpPr>
          <p:spPr>
            <a:xfrm flipH="1">
              <a:off x="5257439" y="2016846"/>
              <a:ext cx="4625669" cy="591884"/>
            </a:xfrm>
            <a:custGeom>
              <a:avLst/>
              <a:gdLst>
                <a:gd name="connsiteX0" fmla="*/ 0 w 8485632"/>
                <a:gd name="connsiteY0" fmla="*/ 0 h 1490472"/>
                <a:gd name="connsiteX1" fmla="*/ 8485632 w 8485632"/>
                <a:gd name="connsiteY1" fmla="*/ 0 h 1490472"/>
                <a:gd name="connsiteX2" fmla="*/ 8485632 w 8485632"/>
                <a:gd name="connsiteY2" fmla="*/ 1490472 h 1490472"/>
                <a:gd name="connsiteX3" fmla="*/ 0 w 8485632"/>
                <a:gd name="connsiteY3" fmla="*/ 1490472 h 1490472"/>
                <a:gd name="connsiteX4" fmla="*/ 0 w 8485632"/>
                <a:gd name="connsiteY4" fmla="*/ 0 h 1490472"/>
                <a:gd name="connsiteX0-1" fmla="*/ 0 w 8485632"/>
                <a:gd name="connsiteY0-2" fmla="*/ 0 h 1490472"/>
                <a:gd name="connsiteX1-3" fmla="*/ 8485632 w 8485632"/>
                <a:gd name="connsiteY1-4" fmla="*/ 0 h 1490472"/>
                <a:gd name="connsiteX2-5" fmla="*/ 8485632 w 8485632"/>
                <a:gd name="connsiteY2-6" fmla="*/ 1490472 h 1490472"/>
                <a:gd name="connsiteX3-7" fmla="*/ 0 w 8485632"/>
                <a:gd name="connsiteY3-8" fmla="*/ 1490472 h 1490472"/>
                <a:gd name="connsiteX4-9" fmla="*/ 0 w 8485632"/>
                <a:gd name="connsiteY4-10" fmla="*/ 0 h 1490472"/>
                <a:gd name="connsiteX0-11" fmla="*/ 491744 w 8977376"/>
                <a:gd name="connsiteY0-12" fmla="*/ 0 h 1490472"/>
                <a:gd name="connsiteX1-13" fmla="*/ 8977376 w 8977376"/>
                <a:gd name="connsiteY1-14" fmla="*/ 0 h 1490472"/>
                <a:gd name="connsiteX2-15" fmla="*/ 8977376 w 8977376"/>
                <a:gd name="connsiteY2-16" fmla="*/ 1490472 h 1490472"/>
                <a:gd name="connsiteX3-17" fmla="*/ 491744 w 8977376"/>
                <a:gd name="connsiteY3-18" fmla="*/ 1490472 h 1490472"/>
                <a:gd name="connsiteX4-19" fmla="*/ 491744 w 8977376"/>
                <a:gd name="connsiteY4-20" fmla="*/ 0 h 1490472"/>
                <a:gd name="connsiteX0-21" fmla="*/ 617932 w 9103564"/>
                <a:gd name="connsiteY0-22" fmla="*/ 0 h 1490472"/>
                <a:gd name="connsiteX1-23" fmla="*/ 9103564 w 9103564"/>
                <a:gd name="connsiteY1-24" fmla="*/ 0 h 1490472"/>
                <a:gd name="connsiteX2-25" fmla="*/ 9103564 w 9103564"/>
                <a:gd name="connsiteY2-26" fmla="*/ 1490472 h 1490472"/>
                <a:gd name="connsiteX3-27" fmla="*/ 617932 w 9103564"/>
                <a:gd name="connsiteY3-28" fmla="*/ 1490472 h 1490472"/>
                <a:gd name="connsiteX4-29" fmla="*/ 617932 w 9103564"/>
                <a:gd name="connsiteY4-30" fmla="*/ 0 h 1490472"/>
                <a:gd name="connsiteX0-31" fmla="*/ 471887 w 8957519"/>
                <a:gd name="connsiteY0-32" fmla="*/ 0 h 1490472"/>
                <a:gd name="connsiteX1-33" fmla="*/ 8957519 w 8957519"/>
                <a:gd name="connsiteY1-34" fmla="*/ 0 h 1490472"/>
                <a:gd name="connsiteX2-35" fmla="*/ 8957519 w 8957519"/>
                <a:gd name="connsiteY2-36" fmla="*/ 1490472 h 1490472"/>
                <a:gd name="connsiteX3-37" fmla="*/ 471887 w 8957519"/>
                <a:gd name="connsiteY3-38" fmla="*/ 1490472 h 1490472"/>
                <a:gd name="connsiteX4-39" fmla="*/ 471887 w 8957519"/>
                <a:gd name="connsiteY4-40" fmla="*/ 0 h 1490472"/>
                <a:gd name="connsiteX0-41" fmla="*/ 542128 w 9027760"/>
                <a:gd name="connsiteY0-42" fmla="*/ 0 h 1490472"/>
                <a:gd name="connsiteX1-43" fmla="*/ 9027760 w 9027760"/>
                <a:gd name="connsiteY1-44" fmla="*/ 0 h 1490472"/>
                <a:gd name="connsiteX2-45" fmla="*/ 9027760 w 9027760"/>
                <a:gd name="connsiteY2-46" fmla="*/ 1490472 h 1490472"/>
                <a:gd name="connsiteX3-47" fmla="*/ 542128 w 9027760"/>
                <a:gd name="connsiteY3-48" fmla="*/ 1490472 h 1490472"/>
                <a:gd name="connsiteX4-49" fmla="*/ 542128 w 9027760"/>
                <a:gd name="connsiteY4-50" fmla="*/ 0 h 1490472"/>
                <a:gd name="connsiteX0-51" fmla="*/ 531634 w 9017266"/>
                <a:gd name="connsiteY0-52" fmla="*/ 0 h 1490472"/>
                <a:gd name="connsiteX1-53" fmla="*/ 9017266 w 9017266"/>
                <a:gd name="connsiteY1-54" fmla="*/ 0 h 1490472"/>
                <a:gd name="connsiteX2-55" fmla="*/ 9017266 w 9017266"/>
                <a:gd name="connsiteY2-56" fmla="*/ 1490472 h 1490472"/>
                <a:gd name="connsiteX3-57" fmla="*/ 531634 w 9017266"/>
                <a:gd name="connsiteY3-58" fmla="*/ 1490472 h 1490472"/>
                <a:gd name="connsiteX4-59" fmla="*/ 531634 w 9017266"/>
                <a:gd name="connsiteY4-60" fmla="*/ 0 h 14904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017266" h="1490472">
                  <a:moveTo>
                    <a:pt x="531634" y="0"/>
                  </a:moveTo>
                  <a:lnTo>
                    <a:pt x="9017266" y="0"/>
                  </a:lnTo>
                  <a:lnTo>
                    <a:pt x="9017266" y="1490472"/>
                  </a:lnTo>
                  <a:lnTo>
                    <a:pt x="531634" y="1490472"/>
                  </a:lnTo>
                  <a:cubicBezTo>
                    <a:pt x="-199886" y="1432560"/>
                    <a:pt x="-154166" y="76200"/>
                    <a:pt x="531634" y="0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任意多边形 11"/>
            <p:cNvSpPr/>
            <p:nvPr/>
          </p:nvSpPr>
          <p:spPr>
            <a:xfrm rot="10800000" flipH="1">
              <a:off x="3471690" y="2016846"/>
              <a:ext cx="1618959" cy="591884"/>
            </a:xfrm>
            <a:custGeom>
              <a:avLst/>
              <a:gdLst>
                <a:gd name="connsiteX0" fmla="*/ 236255 w 1618609"/>
                <a:gd name="connsiteY0" fmla="*/ 591884 h 591884"/>
                <a:gd name="connsiteX1" fmla="*/ 1618609 w 1618609"/>
                <a:gd name="connsiteY1" fmla="*/ 591884 h 591884"/>
                <a:gd name="connsiteX2" fmla="*/ 1618609 w 1618609"/>
                <a:gd name="connsiteY2" fmla="*/ 0 h 591884"/>
                <a:gd name="connsiteX3" fmla="*/ 236255 w 1618609"/>
                <a:gd name="connsiteY3" fmla="*/ 0 h 591884"/>
                <a:gd name="connsiteX4" fmla="*/ 236255 w 1618609"/>
                <a:gd name="connsiteY4" fmla="*/ 591884 h 591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8609" h="591884">
                  <a:moveTo>
                    <a:pt x="236255" y="591884"/>
                  </a:moveTo>
                  <a:lnTo>
                    <a:pt x="1618609" y="591884"/>
                  </a:lnTo>
                  <a:lnTo>
                    <a:pt x="1618609" y="0"/>
                  </a:lnTo>
                  <a:lnTo>
                    <a:pt x="236255" y="0"/>
                  </a:lnTo>
                  <a:cubicBezTo>
                    <a:pt x="-68510" y="30260"/>
                    <a:pt x="-88828" y="568887"/>
                    <a:pt x="236255" y="591884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55" name="文本框 12"/>
            <p:cNvSpPr txBox="1"/>
            <p:nvPr/>
          </p:nvSpPr>
          <p:spPr>
            <a:xfrm>
              <a:off x="3581160" y="2081954"/>
              <a:ext cx="1592889" cy="46141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Microsoft YaHei" pitchFamily="34" charset="-122"/>
                  <a:ea typeface="Microsoft YaHei" pitchFamily="34" charset="-122"/>
                </a:rPr>
                <a:t>Part 8</a:t>
              </a:r>
              <a:endParaRPr lang="zh-CN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endParaRPr>
            </a:p>
          </p:txBody>
        </p:sp>
      </p:grpSp>
      <p:grpSp>
        <p:nvGrpSpPr>
          <p:cNvPr id="6156" name="组合 13"/>
          <p:cNvGrpSpPr/>
          <p:nvPr/>
        </p:nvGrpSpPr>
        <p:grpSpPr>
          <a:xfrm>
            <a:off x="2471420" y="3541395"/>
            <a:ext cx="7964170" cy="591820"/>
            <a:chOff x="3471690" y="2016846"/>
            <a:chExt cx="6411929" cy="591884"/>
          </a:xfrm>
        </p:grpSpPr>
        <p:sp>
          <p:nvSpPr>
            <p:cNvPr id="15" name="矩形 5"/>
            <p:cNvSpPr/>
            <p:nvPr/>
          </p:nvSpPr>
          <p:spPr>
            <a:xfrm flipH="1">
              <a:off x="5257439" y="2016846"/>
              <a:ext cx="4626180" cy="591884"/>
            </a:xfrm>
            <a:custGeom>
              <a:avLst/>
              <a:gdLst>
                <a:gd name="connsiteX0" fmla="*/ 0 w 8485632"/>
                <a:gd name="connsiteY0" fmla="*/ 0 h 1490472"/>
                <a:gd name="connsiteX1" fmla="*/ 8485632 w 8485632"/>
                <a:gd name="connsiteY1" fmla="*/ 0 h 1490472"/>
                <a:gd name="connsiteX2" fmla="*/ 8485632 w 8485632"/>
                <a:gd name="connsiteY2" fmla="*/ 1490472 h 1490472"/>
                <a:gd name="connsiteX3" fmla="*/ 0 w 8485632"/>
                <a:gd name="connsiteY3" fmla="*/ 1490472 h 1490472"/>
                <a:gd name="connsiteX4" fmla="*/ 0 w 8485632"/>
                <a:gd name="connsiteY4" fmla="*/ 0 h 1490472"/>
                <a:gd name="connsiteX0-1" fmla="*/ 0 w 8485632"/>
                <a:gd name="connsiteY0-2" fmla="*/ 0 h 1490472"/>
                <a:gd name="connsiteX1-3" fmla="*/ 8485632 w 8485632"/>
                <a:gd name="connsiteY1-4" fmla="*/ 0 h 1490472"/>
                <a:gd name="connsiteX2-5" fmla="*/ 8485632 w 8485632"/>
                <a:gd name="connsiteY2-6" fmla="*/ 1490472 h 1490472"/>
                <a:gd name="connsiteX3-7" fmla="*/ 0 w 8485632"/>
                <a:gd name="connsiteY3-8" fmla="*/ 1490472 h 1490472"/>
                <a:gd name="connsiteX4-9" fmla="*/ 0 w 8485632"/>
                <a:gd name="connsiteY4-10" fmla="*/ 0 h 1490472"/>
                <a:gd name="connsiteX0-11" fmla="*/ 491744 w 8977376"/>
                <a:gd name="connsiteY0-12" fmla="*/ 0 h 1490472"/>
                <a:gd name="connsiteX1-13" fmla="*/ 8977376 w 8977376"/>
                <a:gd name="connsiteY1-14" fmla="*/ 0 h 1490472"/>
                <a:gd name="connsiteX2-15" fmla="*/ 8977376 w 8977376"/>
                <a:gd name="connsiteY2-16" fmla="*/ 1490472 h 1490472"/>
                <a:gd name="connsiteX3-17" fmla="*/ 491744 w 8977376"/>
                <a:gd name="connsiteY3-18" fmla="*/ 1490472 h 1490472"/>
                <a:gd name="connsiteX4-19" fmla="*/ 491744 w 8977376"/>
                <a:gd name="connsiteY4-20" fmla="*/ 0 h 1490472"/>
                <a:gd name="connsiteX0-21" fmla="*/ 617932 w 9103564"/>
                <a:gd name="connsiteY0-22" fmla="*/ 0 h 1490472"/>
                <a:gd name="connsiteX1-23" fmla="*/ 9103564 w 9103564"/>
                <a:gd name="connsiteY1-24" fmla="*/ 0 h 1490472"/>
                <a:gd name="connsiteX2-25" fmla="*/ 9103564 w 9103564"/>
                <a:gd name="connsiteY2-26" fmla="*/ 1490472 h 1490472"/>
                <a:gd name="connsiteX3-27" fmla="*/ 617932 w 9103564"/>
                <a:gd name="connsiteY3-28" fmla="*/ 1490472 h 1490472"/>
                <a:gd name="connsiteX4-29" fmla="*/ 617932 w 9103564"/>
                <a:gd name="connsiteY4-30" fmla="*/ 0 h 1490472"/>
                <a:gd name="connsiteX0-31" fmla="*/ 471887 w 8957519"/>
                <a:gd name="connsiteY0-32" fmla="*/ 0 h 1490472"/>
                <a:gd name="connsiteX1-33" fmla="*/ 8957519 w 8957519"/>
                <a:gd name="connsiteY1-34" fmla="*/ 0 h 1490472"/>
                <a:gd name="connsiteX2-35" fmla="*/ 8957519 w 8957519"/>
                <a:gd name="connsiteY2-36" fmla="*/ 1490472 h 1490472"/>
                <a:gd name="connsiteX3-37" fmla="*/ 471887 w 8957519"/>
                <a:gd name="connsiteY3-38" fmla="*/ 1490472 h 1490472"/>
                <a:gd name="connsiteX4-39" fmla="*/ 471887 w 8957519"/>
                <a:gd name="connsiteY4-40" fmla="*/ 0 h 1490472"/>
                <a:gd name="connsiteX0-41" fmla="*/ 542128 w 9027760"/>
                <a:gd name="connsiteY0-42" fmla="*/ 0 h 1490472"/>
                <a:gd name="connsiteX1-43" fmla="*/ 9027760 w 9027760"/>
                <a:gd name="connsiteY1-44" fmla="*/ 0 h 1490472"/>
                <a:gd name="connsiteX2-45" fmla="*/ 9027760 w 9027760"/>
                <a:gd name="connsiteY2-46" fmla="*/ 1490472 h 1490472"/>
                <a:gd name="connsiteX3-47" fmla="*/ 542128 w 9027760"/>
                <a:gd name="connsiteY3-48" fmla="*/ 1490472 h 1490472"/>
                <a:gd name="connsiteX4-49" fmla="*/ 542128 w 9027760"/>
                <a:gd name="connsiteY4-50" fmla="*/ 0 h 1490472"/>
                <a:gd name="connsiteX0-51" fmla="*/ 531634 w 9017266"/>
                <a:gd name="connsiteY0-52" fmla="*/ 0 h 1490472"/>
                <a:gd name="connsiteX1-53" fmla="*/ 9017266 w 9017266"/>
                <a:gd name="connsiteY1-54" fmla="*/ 0 h 1490472"/>
                <a:gd name="connsiteX2-55" fmla="*/ 9017266 w 9017266"/>
                <a:gd name="connsiteY2-56" fmla="*/ 1490472 h 1490472"/>
                <a:gd name="connsiteX3-57" fmla="*/ 531634 w 9017266"/>
                <a:gd name="connsiteY3-58" fmla="*/ 1490472 h 1490472"/>
                <a:gd name="connsiteX4-59" fmla="*/ 531634 w 9017266"/>
                <a:gd name="connsiteY4-60" fmla="*/ 0 h 14904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017266" h="1490472">
                  <a:moveTo>
                    <a:pt x="531634" y="0"/>
                  </a:moveTo>
                  <a:lnTo>
                    <a:pt x="9017266" y="0"/>
                  </a:lnTo>
                  <a:lnTo>
                    <a:pt x="9017266" y="1490472"/>
                  </a:lnTo>
                  <a:lnTo>
                    <a:pt x="531634" y="1490472"/>
                  </a:lnTo>
                  <a:cubicBezTo>
                    <a:pt x="-199886" y="1432560"/>
                    <a:pt x="-154166" y="76200"/>
                    <a:pt x="531634" y="0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任意多边形 16"/>
            <p:cNvSpPr/>
            <p:nvPr/>
          </p:nvSpPr>
          <p:spPr>
            <a:xfrm rot="10800000" flipH="1">
              <a:off x="3471690" y="2016846"/>
              <a:ext cx="1618959" cy="591884"/>
            </a:xfrm>
            <a:custGeom>
              <a:avLst/>
              <a:gdLst>
                <a:gd name="connsiteX0" fmla="*/ 236255 w 1618609"/>
                <a:gd name="connsiteY0" fmla="*/ 591884 h 591884"/>
                <a:gd name="connsiteX1" fmla="*/ 1618609 w 1618609"/>
                <a:gd name="connsiteY1" fmla="*/ 591884 h 591884"/>
                <a:gd name="connsiteX2" fmla="*/ 1618609 w 1618609"/>
                <a:gd name="connsiteY2" fmla="*/ 0 h 591884"/>
                <a:gd name="connsiteX3" fmla="*/ 236255 w 1618609"/>
                <a:gd name="connsiteY3" fmla="*/ 0 h 591884"/>
                <a:gd name="connsiteX4" fmla="*/ 236255 w 1618609"/>
                <a:gd name="connsiteY4" fmla="*/ 591884 h 591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8609" h="591884">
                  <a:moveTo>
                    <a:pt x="236255" y="591884"/>
                  </a:moveTo>
                  <a:lnTo>
                    <a:pt x="1618609" y="591884"/>
                  </a:lnTo>
                  <a:lnTo>
                    <a:pt x="1618609" y="0"/>
                  </a:lnTo>
                  <a:lnTo>
                    <a:pt x="236255" y="0"/>
                  </a:lnTo>
                  <a:cubicBezTo>
                    <a:pt x="-68510" y="30260"/>
                    <a:pt x="-88828" y="568887"/>
                    <a:pt x="236255" y="591884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60" name="文本框 17"/>
            <p:cNvSpPr txBox="1"/>
            <p:nvPr/>
          </p:nvSpPr>
          <p:spPr>
            <a:xfrm>
              <a:off x="3581160" y="2081954"/>
              <a:ext cx="1592889" cy="46042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Microsoft YaHei" pitchFamily="34" charset="-122"/>
                  <a:ea typeface="Microsoft YaHei" pitchFamily="34" charset="-122"/>
                </a:rPr>
                <a:t>Part 9</a:t>
              </a:r>
              <a:endParaRPr lang="zh-CN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endParaRPr>
            </a:p>
          </p:txBody>
        </p:sp>
      </p:grpSp>
      <p:grpSp>
        <p:nvGrpSpPr>
          <p:cNvPr id="6161" name="组合 18"/>
          <p:cNvGrpSpPr/>
          <p:nvPr/>
        </p:nvGrpSpPr>
        <p:grpSpPr>
          <a:xfrm>
            <a:off x="2471420" y="4374515"/>
            <a:ext cx="8651240" cy="592455"/>
            <a:chOff x="3471690" y="2016846"/>
            <a:chExt cx="6965087" cy="591884"/>
          </a:xfrm>
        </p:grpSpPr>
        <p:sp>
          <p:nvSpPr>
            <p:cNvPr id="20" name="矩形 5"/>
            <p:cNvSpPr/>
            <p:nvPr/>
          </p:nvSpPr>
          <p:spPr>
            <a:xfrm flipH="1">
              <a:off x="5257439" y="2016846"/>
              <a:ext cx="5179338" cy="591884"/>
            </a:xfrm>
            <a:custGeom>
              <a:avLst/>
              <a:gdLst>
                <a:gd name="connsiteX0" fmla="*/ 0 w 8485632"/>
                <a:gd name="connsiteY0" fmla="*/ 0 h 1490472"/>
                <a:gd name="connsiteX1" fmla="*/ 8485632 w 8485632"/>
                <a:gd name="connsiteY1" fmla="*/ 0 h 1490472"/>
                <a:gd name="connsiteX2" fmla="*/ 8485632 w 8485632"/>
                <a:gd name="connsiteY2" fmla="*/ 1490472 h 1490472"/>
                <a:gd name="connsiteX3" fmla="*/ 0 w 8485632"/>
                <a:gd name="connsiteY3" fmla="*/ 1490472 h 1490472"/>
                <a:gd name="connsiteX4" fmla="*/ 0 w 8485632"/>
                <a:gd name="connsiteY4" fmla="*/ 0 h 1490472"/>
                <a:gd name="connsiteX0-1" fmla="*/ 0 w 8485632"/>
                <a:gd name="connsiteY0-2" fmla="*/ 0 h 1490472"/>
                <a:gd name="connsiteX1-3" fmla="*/ 8485632 w 8485632"/>
                <a:gd name="connsiteY1-4" fmla="*/ 0 h 1490472"/>
                <a:gd name="connsiteX2-5" fmla="*/ 8485632 w 8485632"/>
                <a:gd name="connsiteY2-6" fmla="*/ 1490472 h 1490472"/>
                <a:gd name="connsiteX3-7" fmla="*/ 0 w 8485632"/>
                <a:gd name="connsiteY3-8" fmla="*/ 1490472 h 1490472"/>
                <a:gd name="connsiteX4-9" fmla="*/ 0 w 8485632"/>
                <a:gd name="connsiteY4-10" fmla="*/ 0 h 1490472"/>
                <a:gd name="connsiteX0-11" fmla="*/ 491744 w 8977376"/>
                <a:gd name="connsiteY0-12" fmla="*/ 0 h 1490472"/>
                <a:gd name="connsiteX1-13" fmla="*/ 8977376 w 8977376"/>
                <a:gd name="connsiteY1-14" fmla="*/ 0 h 1490472"/>
                <a:gd name="connsiteX2-15" fmla="*/ 8977376 w 8977376"/>
                <a:gd name="connsiteY2-16" fmla="*/ 1490472 h 1490472"/>
                <a:gd name="connsiteX3-17" fmla="*/ 491744 w 8977376"/>
                <a:gd name="connsiteY3-18" fmla="*/ 1490472 h 1490472"/>
                <a:gd name="connsiteX4-19" fmla="*/ 491744 w 8977376"/>
                <a:gd name="connsiteY4-20" fmla="*/ 0 h 1490472"/>
                <a:gd name="connsiteX0-21" fmla="*/ 617932 w 9103564"/>
                <a:gd name="connsiteY0-22" fmla="*/ 0 h 1490472"/>
                <a:gd name="connsiteX1-23" fmla="*/ 9103564 w 9103564"/>
                <a:gd name="connsiteY1-24" fmla="*/ 0 h 1490472"/>
                <a:gd name="connsiteX2-25" fmla="*/ 9103564 w 9103564"/>
                <a:gd name="connsiteY2-26" fmla="*/ 1490472 h 1490472"/>
                <a:gd name="connsiteX3-27" fmla="*/ 617932 w 9103564"/>
                <a:gd name="connsiteY3-28" fmla="*/ 1490472 h 1490472"/>
                <a:gd name="connsiteX4-29" fmla="*/ 617932 w 9103564"/>
                <a:gd name="connsiteY4-30" fmla="*/ 0 h 1490472"/>
                <a:gd name="connsiteX0-31" fmla="*/ 471887 w 8957519"/>
                <a:gd name="connsiteY0-32" fmla="*/ 0 h 1490472"/>
                <a:gd name="connsiteX1-33" fmla="*/ 8957519 w 8957519"/>
                <a:gd name="connsiteY1-34" fmla="*/ 0 h 1490472"/>
                <a:gd name="connsiteX2-35" fmla="*/ 8957519 w 8957519"/>
                <a:gd name="connsiteY2-36" fmla="*/ 1490472 h 1490472"/>
                <a:gd name="connsiteX3-37" fmla="*/ 471887 w 8957519"/>
                <a:gd name="connsiteY3-38" fmla="*/ 1490472 h 1490472"/>
                <a:gd name="connsiteX4-39" fmla="*/ 471887 w 8957519"/>
                <a:gd name="connsiteY4-40" fmla="*/ 0 h 1490472"/>
                <a:gd name="connsiteX0-41" fmla="*/ 542128 w 9027760"/>
                <a:gd name="connsiteY0-42" fmla="*/ 0 h 1490472"/>
                <a:gd name="connsiteX1-43" fmla="*/ 9027760 w 9027760"/>
                <a:gd name="connsiteY1-44" fmla="*/ 0 h 1490472"/>
                <a:gd name="connsiteX2-45" fmla="*/ 9027760 w 9027760"/>
                <a:gd name="connsiteY2-46" fmla="*/ 1490472 h 1490472"/>
                <a:gd name="connsiteX3-47" fmla="*/ 542128 w 9027760"/>
                <a:gd name="connsiteY3-48" fmla="*/ 1490472 h 1490472"/>
                <a:gd name="connsiteX4-49" fmla="*/ 542128 w 9027760"/>
                <a:gd name="connsiteY4-50" fmla="*/ 0 h 1490472"/>
                <a:gd name="connsiteX0-51" fmla="*/ 531634 w 9017266"/>
                <a:gd name="connsiteY0-52" fmla="*/ 0 h 1490472"/>
                <a:gd name="connsiteX1-53" fmla="*/ 9017266 w 9017266"/>
                <a:gd name="connsiteY1-54" fmla="*/ 0 h 1490472"/>
                <a:gd name="connsiteX2-55" fmla="*/ 9017266 w 9017266"/>
                <a:gd name="connsiteY2-56" fmla="*/ 1490472 h 1490472"/>
                <a:gd name="connsiteX3-57" fmla="*/ 531634 w 9017266"/>
                <a:gd name="connsiteY3-58" fmla="*/ 1490472 h 1490472"/>
                <a:gd name="connsiteX4-59" fmla="*/ 531634 w 9017266"/>
                <a:gd name="connsiteY4-60" fmla="*/ 0 h 14904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017266" h="1490472">
                  <a:moveTo>
                    <a:pt x="531634" y="0"/>
                  </a:moveTo>
                  <a:lnTo>
                    <a:pt x="9017266" y="0"/>
                  </a:lnTo>
                  <a:lnTo>
                    <a:pt x="9017266" y="1490472"/>
                  </a:lnTo>
                  <a:lnTo>
                    <a:pt x="531634" y="1490472"/>
                  </a:lnTo>
                  <a:cubicBezTo>
                    <a:pt x="-199886" y="1432560"/>
                    <a:pt x="-154166" y="76200"/>
                    <a:pt x="531634" y="0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Microsoft YaHei" charset="0"/>
                <a:ea typeface="+mn-ea"/>
                <a:cs typeface="Microsoft YaHei" charset="0"/>
              </a:endParaRPr>
            </a:p>
          </p:txBody>
        </p:sp>
        <p:sp>
          <p:nvSpPr>
            <p:cNvPr id="22" name="任意多边形 21"/>
            <p:cNvSpPr/>
            <p:nvPr/>
          </p:nvSpPr>
          <p:spPr>
            <a:xfrm rot="10800000" flipH="1">
              <a:off x="3471690" y="2016846"/>
              <a:ext cx="1618959" cy="591884"/>
            </a:xfrm>
            <a:custGeom>
              <a:avLst/>
              <a:gdLst>
                <a:gd name="connsiteX0" fmla="*/ 236255 w 1618609"/>
                <a:gd name="connsiteY0" fmla="*/ 591884 h 591884"/>
                <a:gd name="connsiteX1" fmla="*/ 1618609 w 1618609"/>
                <a:gd name="connsiteY1" fmla="*/ 591884 h 591884"/>
                <a:gd name="connsiteX2" fmla="*/ 1618609 w 1618609"/>
                <a:gd name="connsiteY2" fmla="*/ 0 h 591884"/>
                <a:gd name="connsiteX3" fmla="*/ 236255 w 1618609"/>
                <a:gd name="connsiteY3" fmla="*/ 0 h 591884"/>
                <a:gd name="connsiteX4" fmla="*/ 236255 w 1618609"/>
                <a:gd name="connsiteY4" fmla="*/ 591884 h 591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8609" h="591884">
                  <a:moveTo>
                    <a:pt x="236255" y="591884"/>
                  </a:moveTo>
                  <a:lnTo>
                    <a:pt x="1618609" y="591884"/>
                  </a:lnTo>
                  <a:lnTo>
                    <a:pt x="1618609" y="0"/>
                  </a:lnTo>
                  <a:lnTo>
                    <a:pt x="236255" y="0"/>
                  </a:lnTo>
                  <a:cubicBezTo>
                    <a:pt x="-68510" y="30260"/>
                    <a:pt x="-88828" y="568887"/>
                    <a:pt x="236255" y="591884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65" name="文本框 22"/>
            <p:cNvSpPr txBox="1"/>
            <p:nvPr/>
          </p:nvSpPr>
          <p:spPr>
            <a:xfrm>
              <a:off x="3581160" y="2081954"/>
              <a:ext cx="1592889" cy="4599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Microsoft YaHei" pitchFamily="34" charset="-122"/>
                  <a:ea typeface="Microsoft YaHei" pitchFamily="34" charset="-122"/>
                </a:rPr>
                <a:t>Part 10</a:t>
              </a:r>
              <a:endParaRPr lang="zh-CN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endParaRPr>
            </a:p>
          </p:txBody>
        </p:sp>
      </p:grpSp>
      <p:grpSp>
        <p:nvGrpSpPr>
          <p:cNvPr id="6166" name="组合 27"/>
          <p:cNvGrpSpPr/>
          <p:nvPr/>
        </p:nvGrpSpPr>
        <p:grpSpPr>
          <a:xfrm>
            <a:off x="8370888" y="0"/>
            <a:ext cx="2063750" cy="1465263"/>
            <a:chOff x="8661079" y="0"/>
            <a:chExt cx="1666263" cy="1183341"/>
          </a:xfrm>
        </p:grpSpPr>
        <p:cxnSp>
          <p:nvCxnSpPr>
            <p:cNvPr id="25" name="直接连接符 24"/>
            <p:cNvCxnSpPr/>
            <p:nvPr/>
          </p:nvCxnSpPr>
          <p:spPr>
            <a:xfrm flipH="1">
              <a:off x="8661079" y="0"/>
              <a:ext cx="1518862" cy="118334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419870" y="0"/>
              <a:ext cx="907472" cy="70641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69" name="组合 28"/>
          <p:cNvGrpSpPr/>
          <p:nvPr/>
        </p:nvGrpSpPr>
        <p:grpSpPr>
          <a:xfrm rot="10800000">
            <a:off x="846138" y="5392738"/>
            <a:ext cx="2063750" cy="1465262"/>
            <a:chOff x="8661079" y="0"/>
            <a:chExt cx="1666263" cy="1183341"/>
          </a:xfrm>
        </p:grpSpPr>
        <p:cxnSp>
          <p:nvCxnSpPr>
            <p:cNvPr id="30" name="直接连接符 29"/>
            <p:cNvCxnSpPr/>
            <p:nvPr/>
          </p:nvCxnSpPr>
          <p:spPr>
            <a:xfrm flipH="1">
              <a:off x="8662361" y="0"/>
              <a:ext cx="1518862" cy="118334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9419870" y="0"/>
              <a:ext cx="907472" cy="70641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直接连接符 32"/>
          <p:cNvCxnSpPr/>
          <p:nvPr/>
        </p:nvCxnSpPr>
        <p:spPr>
          <a:xfrm>
            <a:off x="2643823" y="1601788"/>
            <a:ext cx="25558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73" name="文本框 33"/>
          <p:cNvSpPr txBox="1"/>
          <p:nvPr/>
        </p:nvSpPr>
        <p:spPr>
          <a:xfrm>
            <a:off x="2508250" y="1043940"/>
            <a:ext cx="372237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28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Course Outline(1/2)</a:t>
            </a:r>
            <a:endParaRPr lang="en-US" altLang="en-US" sz="2800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4589780" y="2775585"/>
            <a:ext cx="622744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sym typeface="+mn-ea"/>
              </a:rPr>
              <a:t>SwiftUI State &amp; Data Flow</a:t>
            </a:r>
            <a:r>
              <a:rPr lang="en-US" altLang="zh-CN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sym typeface="+mn-ea"/>
              </a:rPr>
              <a:t> </a:t>
            </a:r>
            <a:r>
              <a:rPr lang="en-US" altLang="zh-CN" sz="18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sym typeface="+mn-ea"/>
              </a:rPr>
              <a:t>(week08)</a:t>
            </a:r>
            <a:endParaRPr lang="en-US" altLang="zh-CN" sz="1800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  <a:sym typeface="+mn-ea"/>
            </a:endParaRPr>
          </a:p>
        </p:txBody>
      </p:sp>
      <p:sp>
        <p:nvSpPr>
          <p:cNvPr id="11" name="文本框 1"/>
          <p:cNvSpPr txBox="1"/>
          <p:nvPr/>
        </p:nvSpPr>
        <p:spPr>
          <a:xfrm>
            <a:off x="4614545" y="3608070"/>
            <a:ext cx="60210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sym typeface="+mn-ea"/>
              </a:rPr>
              <a:t>SwiftUI Lists &amp; Navigation </a:t>
            </a:r>
            <a:r>
              <a:rPr lang="en-US" altLang="zh-CN" sz="18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sym typeface="+mn-ea"/>
              </a:rPr>
              <a:t>(week09)</a:t>
            </a:r>
            <a:endParaRPr lang="en-US" altLang="zh-CN" sz="1800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  <a:sym typeface="+mn-ea"/>
            </a:endParaRPr>
          </a:p>
        </p:txBody>
      </p:sp>
      <p:sp>
        <p:nvSpPr>
          <p:cNvPr id="13" name="文本框 1"/>
          <p:cNvSpPr txBox="1"/>
          <p:nvPr/>
        </p:nvSpPr>
        <p:spPr>
          <a:xfrm>
            <a:off x="4615180" y="4427220"/>
            <a:ext cx="649668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2400" b="1" dirty="0">
                <a:solidFill>
                  <a:schemeClr val="bg1"/>
                </a:solidFill>
                <a:latin typeface="Microsoft YaHei" charset="0"/>
                <a:ea typeface="Microsoft YaHei" pitchFamily="34" charset="-122"/>
                <a:cs typeface="Microsoft YaHei" charset="0"/>
              </a:rPr>
              <a:t>SwiftUI </a:t>
            </a:r>
            <a:r>
              <a:rPr lang="en-US" altLang="zh-CN" sz="240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  <a:sym typeface="+mn-ea"/>
              </a:rPr>
              <a:t>Architecture &amp; Networking</a:t>
            </a:r>
            <a:r>
              <a:rPr lang="en-US" altLang="zh-CN" sz="1600">
                <a:solidFill>
                  <a:srgbClr val="F8FAFF"/>
                </a:solidFill>
                <a:latin typeface="quote-cjk-patch"/>
                <a:ea typeface="quote-cjk-patch"/>
                <a:sym typeface="+mn-ea"/>
              </a:rPr>
              <a:t> </a:t>
            </a:r>
            <a:r>
              <a:rPr lang="en-US" altLang="zh-CN" sz="16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sym typeface="+mn-ea"/>
              </a:rPr>
              <a:t>(week10)</a:t>
            </a:r>
            <a:endParaRPr lang="en-US" altLang="en-US" sz="1600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grpSp>
        <p:nvGrpSpPr>
          <p:cNvPr id="18" name="组合 18"/>
          <p:cNvGrpSpPr/>
          <p:nvPr/>
        </p:nvGrpSpPr>
        <p:grpSpPr>
          <a:xfrm>
            <a:off x="2508250" y="5180965"/>
            <a:ext cx="7195820" cy="592455"/>
            <a:chOff x="3471690" y="2016846"/>
            <a:chExt cx="5793333" cy="591884"/>
          </a:xfrm>
        </p:grpSpPr>
        <p:sp>
          <p:nvSpPr>
            <p:cNvPr id="19" name="矩形 5"/>
            <p:cNvSpPr/>
            <p:nvPr/>
          </p:nvSpPr>
          <p:spPr>
            <a:xfrm flipH="1">
              <a:off x="5257306" y="2016846"/>
              <a:ext cx="4007717" cy="591884"/>
            </a:xfrm>
            <a:custGeom>
              <a:avLst/>
              <a:gdLst>
                <a:gd name="connsiteX0" fmla="*/ 0 w 8485632"/>
                <a:gd name="connsiteY0" fmla="*/ 0 h 1490472"/>
                <a:gd name="connsiteX1" fmla="*/ 8485632 w 8485632"/>
                <a:gd name="connsiteY1" fmla="*/ 0 h 1490472"/>
                <a:gd name="connsiteX2" fmla="*/ 8485632 w 8485632"/>
                <a:gd name="connsiteY2" fmla="*/ 1490472 h 1490472"/>
                <a:gd name="connsiteX3" fmla="*/ 0 w 8485632"/>
                <a:gd name="connsiteY3" fmla="*/ 1490472 h 1490472"/>
                <a:gd name="connsiteX4" fmla="*/ 0 w 8485632"/>
                <a:gd name="connsiteY4" fmla="*/ 0 h 1490472"/>
                <a:gd name="connsiteX0-1" fmla="*/ 0 w 8485632"/>
                <a:gd name="connsiteY0-2" fmla="*/ 0 h 1490472"/>
                <a:gd name="connsiteX1-3" fmla="*/ 8485632 w 8485632"/>
                <a:gd name="connsiteY1-4" fmla="*/ 0 h 1490472"/>
                <a:gd name="connsiteX2-5" fmla="*/ 8485632 w 8485632"/>
                <a:gd name="connsiteY2-6" fmla="*/ 1490472 h 1490472"/>
                <a:gd name="connsiteX3-7" fmla="*/ 0 w 8485632"/>
                <a:gd name="connsiteY3-8" fmla="*/ 1490472 h 1490472"/>
                <a:gd name="connsiteX4-9" fmla="*/ 0 w 8485632"/>
                <a:gd name="connsiteY4-10" fmla="*/ 0 h 1490472"/>
                <a:gd name="connsiteX0-11" fmla="*/ 491744 w 8977376"/>
                <a:gd name="connsiteY0-12" fmla="*/ 0 h 1490472"/>
                <a:gd name="connsiteX1-13" fmla="*/ 8977376 w 8977376"/>
                <a:gd name="connsiteY1-14" fmla="*/ 0 h 1490472"/>
                <a:gd name="connsiteX2-15" fmla="*/ 8977376 w 8977376"/>
                <a:gd name="connsiteY2-16" fmla="*/ 1490472 h 1490472"/>
                <a:gd name="connsiteX3-17" fmla="*/ 491744 w 8977376"/>
                <a:gd name="connsiteY3-18" fmla="*/ 1490472 h 1490472"/>
                <a:gd name="connsiteX4-19" fmla="*/ 491744 w 8977376"/>
                <a:gd name="connsiteY4-20" fmla="*/ 0 h 1490472"/>
                <a:gd name="connsiteX0-21" fmla="*/ 617932 w 9103564"/>
                <a:gd name="connsiteY0-22" fmla="*/ 0 h 1490472"/>
                <a:gd name="connsiteX1-23" fmla="*/ 9103564 w 9103564"/>
                <a:gd name="connsiteY1-24" fmla="*/ 0 h 1490472"/>
                <a:gd name="connsiteX2-25" fmla="*/ 9103564 w 9103564"/>
                <a:gd name="connsiteY2-26" fmla="*/ 1490472 h 1490472"/>
                <a:gd name="connsiteX3-27" fmla="*/ 617932 w 9103564"/>
                <a:gd name="connsiteY3-28" fmla="*/ 1490472 h 1490472"/>
                <a:gd name="connsiteX4-29" fmla="*/ 617932 w 9103564"/>
                <a:gd name="connsiteY4-30" fmla="*/ 0 h 1490472"/>
                <a:gd name="connsiteX0-31" fmla="*/ 471887 w 8957519"/>
                <a:gd name="connsiteY0-32" fmla="*/ 0 h 1490472"/>
                <a:gd name="connsiteX1-33" fmla="*/ 8957519 w 8957519"/>
                <a:gd name="connsiteY1-34" fmla="*/ 0 h 1490472"/>
                <a:gd name="connsiteX2-35" fmla="*/ 8957519 w 8957519"/>
                <a:gd name="connsiteY2-36" fmla="*/ 1490472 h 1490472"/>
                <a:gd name="connsiteX3-37" fmla="*/ 471887 w 8957519"/>
                <a:gd name="connsiteY3-38" fmla="*/ 1490472 h 1490472"/>
                <a:gd name="connsiteX4-39" fmla="*/ 471887 w 8957519"/>
                <a:gd name="connsiteY4-40" fmla="*/ 0 h 1490472"/>
                <a:gd name="connsiteX0-41" fmla="*/ 542128 w 9027760"/>
                <a:gd name="connsiteY0-42" fmla="*/ 0 h 1490472"/>
                <a:gd name="connsiteX1-43" fmla="*/ 9027760 w 9027760"/>
                <a:gd name="connsiteY1-44" fmla="*/ 0 h 1490472"/>
                <a:gd name="connsiteX2-45" fmla="*/ 9027760 w 9027760"/>
                <a:gd name="connsiteY2-46" fmla="*/ 1490472 h 1490472"/>
                <a:gd name="connsiteX3-47" fmla="*/ 542128 w 9027760"/>
                <a:gd name="connsiteY3-48" fmla="*/ 1490472 h 1490472"/>
                <a:gd name="connsiteX4-49" fmla="*/ 542128 w 9027760"/>
                <a:gd name="connsiteY4-50" fmla="*/ 0 h 1490472"/>
                <a:gd name="connsiteX0-51" fmla="*/ 531634 w 9017266"/>
                <a:gd name="connsiteY0-52" fmla="*/ 0 h 1490472"/>
                <a:gd name="connsiteX1-53" fmla="*/ 9017266 w 9017266"/>
                <a:gd name="connsiteY1-54" fmla="*/ 0 h 1490472"/>
                <a:gd name="connsiteX2-55" fmla="*/ 9017266 w 9017266"/>
                <a:gd name="connsiteY2-56" fmla="*/ 1490472 h 1490472"/>
                <a:gd name="connsiteX3-57" fmla="*/ 531634 w 9017266"/>
                <a:gd name="connsiteY3-58" fmla="*/ 1490472 h 1490472"/>
                <a:gd name="connsiteX4-59" fmla="*/ 531634 w 9017266"/>
                <a:gd name="connsiteY4-60" fmla="*/ 0 h 14904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017266" h="1490472">
                  <a:moveTo>
                    <a:pt x="531634" y="0"/>
                  </a:moveTo>
                  <a:lnTo>
                    <a:pt x="9017266" y="0"/>
                  </a:lnTo>
                  <a:lnTo>
                    <a:pt x="9017266" y="1490472"/>
                  </a:lnTo>
                  <a:lnTo>
                    <a:pt x="531634" y="1490472"/>
                  </a:lnTo>
                  <a:cubicBezTo>
                    <a:pt x="-199886" y="1432560"/>
                    <a:pt x="-154166" y="76200"/>
                    <a:pt x="531634" y="0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Microsoft YaHei" charset="0"/>
                <a:ea typeface="+mn-ea"/>
                <a:cs typeface="Microsoft YaHei" charset="0"/>
              </a:endParaRPr>
            </a:p>
          </p:txBody>
        </p:sp>
        <p:sp>
          <p:nvSpPr>
            <p:cNvPr id="21" name="任意多边形 21"/>
            <p:cNvSpPr/>
            <p:nvPr/>
          </p:nvSpPr>
          <p:spPr>
            <a:xfrm rot="10800000" flipH="1">
              <a:off x="3471690" y="2016846"/>
              <a:ext cx="1618959" cy="591884"/>
            </a:xfrm>
            <a:custGeom>
              <a:avLst/>
              <a:gdLst>
                <a:gd name="connsiteX0" fmla="*/ 236255 w 1618609"/>
                <a:gd name="connsiteY0" fmla="*/ 591884 h 591884"/>
                <a:gd name="connsiteX1" fmla="*/ 1618609 w 1618609"/>
                <a:gd name="connsiteY1" fmla="*/ 591884 h 591884"/>
                <a:gd name="connsiteX2" fmla="*/ 1618609 w 1618609"/>
                <a:gd name="connsiteY2" fmla="*/ 0 h 591884"/>
                <a:gd name="connsiteX3" fmla="*/ 236255 w 1618609"/>
                <a:gd name="connsiteY3" fmla="*/ 0 h 591884"/>
                <a:gd name="connsiteX4" fmla="*/ 236255 w 1618609"/>
                <a:gd name="connsiteY4" fmla="*/ 591884 h 591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8609" h="591884">
                  <a:moveTo>
                    <a:pt x="236255" y="591884"/>
                  </a:moveTo>
                  <a:lnTo>
                    <a:pt x="1618609" y="591884"/>
                  </a:lnTo>
                  <a:lnTo>
                    <a:pt x="1618609" y="0"/>
                  </a:lnTo>
                  <a:lnTo>
                    <a:pt x="236255" y="0"/>
                  </a:lnTo>
                  <a:cubicBezTo>
                    <a:pt x="-68510" y="30260"/>
                    <a:pt x="-88828" y="568887"/>
                    <a:pt x="236255" y="591884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581160" y="2081954"/>
              <a:ext cx="1592889" cy="4599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Microsoft YaHei" pitchFamily="34" charset="-122"/>
                  <a:ea typeface="Microsoft YaHei" pitchFamily="34" charset="-122"/>
                </a:rPr>
                <a:t>Part 11</a:t>
              </a:r>
              <a:endParaRPr lang="zh-CN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endParaRPr>
            </a:p>
          </p:txBody>
        </p:sp>
      </p:grpSp>
      <p:grpSp>
        <p:nvGrpSpPr>
          <p:cNvPr id="24" name="组合 18"/>
          <p:cNvGrpSpPr/>
          <p:nvPr/>
        </p:nvGrpSpPr>
        <p:grpSpPr>
          <a:xfrm>
            <a:off x="2508250" y="5927090"/>
            <a:ext cx="7962899" cy="592455"/>
            <a:chOff x="3471690" y="2016846"/>
            <a:chExt cx="6410906" cy="591884"/>
          </a:xfrm>
        </p:grpSpPr>
        <p:sp>
          <p:nvSpPr>
            <p:cNvPr id="27" name="矩形 5"/>
            <p:cNvSpPr/>
            <p:nvPr/>
          </p:nvSpPr>
          <p:spPr>
            <a:xfrm flipH="1">
              <a:off x="5257439" y="2016846"/>
              <a:ext cx="4625157" cy="591884"/>
            </a:xfrm>
            <a:custGeom>
              <a:avLst/>
              <a:gdLst>
                <a:gd name="connsiteX0" fmla="*/ 0 w 8485632"/>
                <a:gd name="connsiteY0" fmla="*/ 0 h 1490472"/>
                <a:gd name="connsiteX1" fmla="*/ 8485632 w 8485632"/>
                <a:gd name="connsiteY1" fmla="*/ 0 h 1490472"/>
                <a:gd name="connsiteX2" fmla="*/ 8485632 w 8485632"/>
                <a:gd name="connsiteY2" fmla="*/ 1490472 h 1490472"/>
                <a:gd name="connsiteX3" fmla="*/ 0 w 8485632"/>
                <a:gd name="connsiteY3" fmla="*/ 1490472 h 1490472"/>
                <a:gd name="connsiteX4" fmla="*/ 0 w 8485632"/>
                <a:gd name="connsiteY4" fmla="*/ 0 h 1490472"/>
                <a:gd name="connsiteX0-1" fmla="*/ 0 w 8485632"/>
                <a:gd name="connsiteY0-2" fmla="*/ 0 h 1490472"/>
                <a:gd name="connsiteX1-3" fmla="*/ 8485632 w 8485632"/>
                <a:gd name="connsiteY1-4" fmla="*/ 0 h 1490472"/>
                <a:gd name="connsiteX2-5" fmla="*/ 8485632 w 8485632"/>
                <a:gd name="connsiteY2-6" fmla="*/ 1490472 h 1490472"/>
                <a:gd name="connsiteX3-7" fmla="*/ 0 w 8485632"/>
                <a:gd name="connsiteY3-8" fmla="*/ 1490472 h 1490472"/>
                <a:gd name="connsiteX4-9" fmla="*/ 0 w 8485632"/>
                <a:gd name="connsiteY4-10" fmla="*/ 0 h 1490472"/>
                <a:gd name="connsiteX0-11" fmla="*/ 491744 w 8977376"/>
                <a:gd name="connsiteY0-12" fmla="*/ 0 h 1490472"/>
                <a:gd name="connsiteX1-13" fmla="*/ 8977376 w 8977376"/>
                <a:gd name="connsiteY1-14" fmla="*/ 0 h 1490472"/>
                <a:gd name="connsiteX2-15" fmla="*/ 8977376 w 8977376"/>
                <a:gd name="connsiteY2-16" fmla="*/ 1490472 h 1490472"/>
                <a:gd name="connsiteX3-17" fmla="*/ 491744 w 8977376"/>
                <a:gd name="connsiteY3-18" fmla="*/ 1490472 h 1490472"/>
                <a:gd name="connsiteX4-19" fmla="*/ 491744 w 8977376"/>
                <a:gd name="connsiteY4-20" fmla="*/ 0 h 1490472"/>
                <a:gd name="connsiteX0-21" fmla="*/ 617932 w 9103564"/>
                <a:gd name="connsiteY0-22" fmla="*/ 0 h 1490472"/>
                <a:gd name="connsiteX1-23" fmla="*/ 9103564 w 9103564"/>
                <a:gd name="connsiteY1-24" fmla="*/ 0 h 1490472"/>
                <a:gd name="connsiteX2-25" fmla="*/ 9103564 w 9103564"/>
                <a:gd name="connsiteY2-26" fmla="*/ 1490472 h 1490472"/>
                <a:gd name="connsiteX3-27" fmla="*/ 617932 w 9103564"/>
                <a:gd name="connsiteY3-28" fmla="*/ 1490472 h 1490472"/>
                <a:gd name="connsiteX4-29" fmla="*/ 617932 w 9103564"/>
                <a:gd name="connsiteY4-30" fmla="*/ 0 h 1490472"/>
                <a:gd name="connsiteX0-31" fmla="*/ 471887 w 8957519"/>
                <a:gd name="connsiteY0-32" fmla="*/ 0 h 1490472"/>
                <a:gd name="connsiteX1-33" fmla="*/ 8957519 w 8957519"/>
                <a:gd name="connsiteY1-34" fmla="*/ 0 h 1490472"/>
                <a:gd name="connsiteX2-35" fmla="*/ 8957519 w 8957519"/>
                <a:gd name="connsiteY2-36" fmla="*/ 1490472 h 1490472"/>
                <a:gd name="connsiteX3-37" fmla="*/ 471887 w 8957519"/>
                <a:gd name="connsiteY3-38" fmla="*/ 1490472 h 1490472"/>
                <a:gd name="connsiteX4-39" fmla="*/ 471887 w 8957519"/>
                <a:gd name="connsiteY4-40" fmla="*/ 0 h 1490472"/>
                <a:gd name="connsiteX0-41" fmla="*/ 542128 w 9027760"/>
                <a:gd name="connsiteY0-42" fmla="*/ 0 h 1490472"/>
                <a:gd name="connsiteX1-43" fmla="*/ 9027760 w 9027760"/>
                <a:gd name="connsiteY1-44" fmla="*/ 0 h 1490472"/>
                <a:gd name="connsiteX2-45" fmla="*/ 9027760 w 9027760"/>
                <a:gd name="connsiteY2-46" fmla="*/ 1490472 h 1490472"/>
                <a:gd name="connsiteX3-47" fmla="*/ 542128 w 9027760"/>
                <a:gd name="connsiteY3-48" fmla="*/ 1490472 h 1490472"/>
                <a:gd name="connsiteX4-49" fmla="*/ 542128 w 9027760"/>
                <a:gd name="connsiteY4-50" fmla="*/ 0 h 1490472"/>
                <a:gd name="connsiteX0-51" fmla="*/ 531634 w 9017266"/>
                <a:gd name="connsiteY0-52" fmla="*/ 0 h 1490472"/>
                <a:gd name="connsiteX1-53" fmla="*/ 9017266 w 9017266"/>
                <a:gd name="connsiteY1-54" fmla="*/ 0 h 1490472"/>
                <a:gd name="connsiteX2-55" fmla="*/ 9017266 w 9017266"/>
                <a:gd name="connsiteY2-56" fmla="*/ 1490472 h 1490472"/>
                <a:gd name="connsiteX3-57" fmla="*/ 531634 w 9017266"/>
                <a:gd name="connsiteY3-58" fmla="*/ 1490472 h 1490472"/>
                <a:gd name="connsiteX4-59" fmla="*/ 531634 w 9017266"/>
                <a:gd name="connsiteY4-60" fmla="*/ 0 h 14904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017266" h="1490472">
                  <a:moveTo>
                    <a:pt x="531634" y="0"/>
                  </a:moveTo>
                  <a:lnTo>
                    <a:pt x="9017266" y="0"/>
                  </a:lnTo>
                  <a:lnTo>
                    <a:pt x="9017266" y="1490472"/>
                  </a:lnTo>
                  <a:lnTo>
                    <a:pt x="531634" y="1490472"/>
                  </a:lnTo>
                  <a:cubicBezTo>
                    <a:pt x="-199886" y="1432560"/>
                    <a:pt x="-154166" y="76200"/>
                    <a:pt x="531634" y="0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Microsoft YaHei" charset="0"/>
                <a:ea typeface="+mn-ea"/>
                <a:cs typeface="Microsoft YaHei" charset="0"/>
              </a:endParaRPr>
            </a:p>
          </p:txBody>
        </p:sp>
        <p:sp>
          <p:nvSpPr>
            <p:cNvPr id="28" name="任意多边形 21"/>
            <p:cNvSpPr/>
            <p:nvPr/>
          </p:nvSpPr>
          <p:spPr>
            <a:xfrm rot="10800000" flipH="1">
              <a:off x="3471690" y="2016846"/>
              <a:ext cx="1618959" cy="591884"/>
            </a:xfrm>
            <a:custGeom>
              <a:avLst/>
              <a:gdLst>
                <a:gd name="connsiteX0" fmla="*/ 236255 w 1618609"/>
                <a:gd name="connsiteY0" fmla="*/ 591884 h 591884"/>
                <a:gd name="connsiteX1" fmla="*/ 1618609 w 1618609"/>
                <a:gd name="connsiteY1" fmla="*/ 591884 h 591884"/>
                <a:gd name="connsiteX2" fmla="*/ 1618609 w 1618609"/>
                <a:gd name="connsiteY2" fmla="*/ 0 h 591884"/>
                <a:gd name="connsiteX3" fmla="*/ 236255 w 1618609"/>
                <a:gd name="connsiteY3" fmla="*/ 0 h 591884"/>
                <a:gd name="connsiteX4" fmla="*/ 236255 w 1618609"/>
                <a:gd name="connsiteY4" fmla="*/ 591884 h 591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8609" h="591884">
                  <a:moveTo>
                    <a:pt x="236255" y="591884"/>
                  </a:moveTo>
                  <a:lnTo>
                    <a:pt x="1618609" y="591884"/>
                  </a:lnTo>
                  <a:lnTo>
                    <a:pt x="1618609" y="0"/>
                  </a:lnTo>
                  <a:lnTo>
                    <a:pt x="236255" y="0"/>
                  </a:lnTo>
                  <a:cubicBezTo>
                    <a:pt x="-68510" y="30260"/>
                    <a:pt x="-88828" y="568887"/>
                    <a:pt x="236255" y="591884"/>
                  </a:cubicBez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文本框 22"/>
            <p:cNvSpPr txBox="1"/>
            <p:nvPr/>
          </p:nvSpPr>
          <p:spPr>
            <a:xfrm>
              <a:off x="3581160" y="2081954"/>
              <a:ext cx="1592889" cy="4599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Microsoft YaHei" pitchFamily="34" charset="-122"/>
                  <a:ea typeface="Microsoft YaHei" pitchFamily="34" charset="-122"/>
                </a:rPr>
                <a:t>Part 12</a:t>
              </a:r>
              <a:endParaRPr lang="zh-CN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endParaRPr>
            </a:p>
          </p:txBody>
        </p:sp>
      </p:grpSp>
      <p:sp>
        <p:nvSpPr>
          <p:cNvPr id="32" name="文本框 1"/>
          <p:cNvSpPr txBox="1"/>
          <p:nvPr/>
        </p:nvSpPr>
        <p:spPr>
          <a:xfrm>
            <a:off x="4639945" y="5246370"/>
            <a:ext cx="53390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Integration &amp; Polish</a:t>
            </a:r>
            <a:r>
              <a:rPr lang="en-US" altLang="en-US" sz="16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 </a:t>
            </a:r>
            <a:r>
              <a:rPr lang="en-US" altLang="zh-CN" sz="16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sym typeface="+mn-ea"/>
              </a:rPr>
              <a:t>(week11)</a:t>
            </a:r>
            <a:endParaRPr lang="en-US" altLang="en-US" sz="1600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34" name="文本框 1"/>
          <p:cNvSpPr txBox="1"/>
          <p:nvPr/>
        </p:nvSpPr>
        <p:spPr>
          <a:xfrm>
            <a:off x="4632325" y="5959475"/>
            <a:ext cx="643826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App Showcase &amp; Next Steps </a:t>
            </a:r>
            <a:r>
              <a:rPr lang="en-US" altLang="zh-CN" sz="16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sym typeface="+mn-ea"/>
              </a:rPr>
              <a:t>(week12)</a:t>
            </a:r>
            <a:endParaRPr lang="en-US" altLang="en-US" sz="1600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170" name="文本框 1"/>
          <p:cNvSpPr txBox="1"/>
          <p:nvPr/>
        </p:nvSpPr>
        <p:spPr>
          <a:xfrm>
            <a:off x="333375" y="217805"/>
            <a:ext cx="30797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Swift References</a:t>
            </a:r>
            <a:endParaRPr lang="en-US" altLang="en-US" sz="2400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40435" y="1295400"/>
            <a:ext cx="8585200" cy="368935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en-US" sz="1600" b="1">
                <a:solidFill>
                  <a:schemeClr val="bg1"/>
                </a:solidFill>
              </a:rPr>
              <a:t>Official Apple Documentation</a:t>
            </a:r>
            <a:endParaRPr lang="en-US" altLang="en-US" sz="1600" b="1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en-US" sz="1600">
                <a:solidFill>
                  <a:schemeClr val="bg1"/>
                </a:solidFill>
              </a:rPr>
              <a:t>Swift.org Documentation: </a:t>
            </a:r>
            <a:r>
              <a:rPr lang="en-US" altLang="en-US" sz="1600">
                <a:solidFill>
                  <a:schemeClr val="accent1"/>
                </a:solidFill>
              </a:rPr>
              <a:t>https://swift.org/documentation/</a:t>
            </a:r>
            <a:endParaRPr lang="en-US" altLang="en-US" sz="1600">
              <a:solidFill>
                <a:schemeClr val="accent1"/>
              </a:solidFill>
            </a:endParaRPr>
          </a:p>
          <a:p>
            <a:pPr marL="742950" lvl="1" indent="-285750">
              <a:spcAft>
                <a:spcPct val="60000"/>
              </a:spcAft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chemeClr val="bg1"/>
                </a:solidFill>
              </a:rPr>
              <a:t>Comprehensive language guide</a:t>
            </a:r>
            <a:endParaRPr lang="en-US" altLang="en-US" sz="1600">
              <a:solidFill>
                <a:schemeClr val="bg1"/>
              </a:solidFill>
            </a:endParaRPr>
          </a:p>
          <a:p>
            <a:pPr marL="742950" lvl="1" indent="-285750">
              <a:spcAft>
                <a:spcPct val="60000"/>
              </a:spcAft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chemeClr val="bg1"/>
                </a:solidFill>
              </a:rPr>
              <a:t>API reference</a:t>
            </a:r>
            <a:endParaRPr lang="en-US" altLang="en-US" sz="1600">
              <a:solidFill>
                <a:schemeClr val="bg1"/>
              </a:solidFill>
            </a:endParaRPr>
          </a:p>
          <a:p>
            <a:pPr marL="742950" lvl="1" indent="-285750">
              <a:spcAft>
                <a:spcPct val="60000"/>
              </a:spcAft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chemeClr val="bg1"/>
                </a:solidFill>
              </a:rPr>
              <a:t>Standard library documentation</a:t>
            </a:r>
            <a:endParaRPr lang="en-US" altLang="en-US" sz="1600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en-US" sz="1600" b="1">
                <a:solidFill>
                  <a:schemeClr val="bg1"/>
                </a:solidFill>
              </a:rPr>
              <a:t>Apple Developer Documentation</a:t>
            </a:r>
            <a:r>
              <a:rPr lang="en-US" altLang="en-US" sz="1600">
                <a:solidFill>
                  <a:schemeClr val="bg1"/>
                </a:solidFill>
              </a:rPr>
              <a:t>: </a:t>
            </a:r>
            <a:r>
              <a:rPr lang="en-US" altLang="en-US" sz="1600">
                <a:solidFill>
                  <a:schemeClr val="accent1"/>
                </a:solidFill>
              </a:rPr>
              <a:t>https://developer.apple.com/documentation/swift</a:t>
            </a:r>
            <a:endParaRPr lang="en-US" altLang="en-US" sz="1600">
              <a:solidFill>
                <a:schemeClr val="bg1"/>
              </a:solidFill>
            </a:endParaRPr>
          </a:p>
          <a:p>
            <a:pPr marL="742950" lvl="1" indent="-285750">
              <a:spcAft>
                <a:spcPct val="60000"/>
              </a:spcAft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chemeClr val="bg1"/>
                </a:solidFill>
              </a:rPr>
              <a:t>Official Swift language reference</a:t>
            </a:r>
            <a:endParaRPr lang="en-US" altLang="en-US" sz="1600">
              <a:solidFill>
                <a:schemeClr val="bg1"/>
              </a:solidFill>
            </a:endParaRPr>
          </a:p>
          <a:p>
            <a:pPr marL="742950" lvl="1" indent="-285750">
              <a:spcAft>
                <a:spcPct val="60000"/>
              </a:spcAft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chemeClr val="bg1"/>
                </a:solidFill>
              </a:rPr>
              <a:t>Includes iOS/macOS specific APIs</a:t>
            </a:r>
            <a:endParaRPr lang="en-US" altLang="en-US" sz="1600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endParaRPr lang="en-US" altLang="en-US" sz="16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170" name="文本框 1"/>
          <p:cNvSpPr txBox="1"/>
          <p:nvPr/>
        </p:nvSpPr>
        <p:spPr>
          <a:xfrm>
            <a:off x="333375" y="217805"/>
            <a:ext cx="30797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Swift References</a:t>
            </a:r>
            <a:endParaRPr lang="en-US" altLang="en-US" sz="2400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40435" y="1295400"/>
            <a:ext cx="10407015" cy="49479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en-US" sz="1600" b="1">
                <a:solidFill>
                  <a:schemeClr val="bg1"/>
                </a:solidFill>
              </a:rPr>
              <a:t>Key Reference Resources</a:t>
            </a:r>
            <a:endParaRPr lang="en-US" altLang="en-US" sz="1600" b="1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en-US" sz="1600">
                <a:solidFill>
                  <a:schemeClr val="bg1"/>
                </a:solidFill>
              </a:rPr>
              <a:t>The Swift Programming Language (official book):</a:t>
            </a:r>
            <a:endParaRPr lang="en-US" altLang="en-US" sz="1600">
              <a:solidFill>
                <a:schemeClr val="bg1"/>
              </a:solidFill>
            </a:endParaRPr>
          </a:p>
          <a:p>
            <a:pPr marL="742950" lvl="1" indent="-285750">
              <a:spcAft>
                <a:spcPct val="60000"/>
              </a:spcAft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chemeClr val="bg1"/>
                </a:solidFill>
              </a:rPr>
              <a:t>Available free on Apple Books or online</a:t>
            </a:r>
            <a:endParaRPr lang="en-US" altLang="en-US" sz="1600">
              <a:solidFill>
                <a:schemeClr val="bg1"/>
              </a:solidFill>
            </a:endParaRPr>
          </a:p>
          <a:p>
            <a:pPr marL="742950" lvl="1" indent="-285750">
              <a:spcAft>
                <a:spcPct val="60000"/>
              </a:spcAft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chemeClr val="bg1"/>
                </a:solidFill>
              </a:rPr>
              <a:t>Most comprehensive resource</a:t>
            </a:r>
            <a:endParaRPr lang="en-US" altLang="en-US" sz="1600">
              <a:solidFill>
                <a:schemeClr val="bg1"/>
              </a:solidFill>
            </a:endParaRPr>
          </a:p>
          <a:p>
            <a:pPr marL="742950" lvl="1" indent="-285750">
              <a:spcAft>
                <a:spcPct val="60000"/>
              </a:spcAft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chemeClr val="bg1"/>
                </a:solidFill>
              </a:rPr>
              <a:t>Covers language fundamentals to advanced topics</a:t>
            </a:r>
            <a:endParaRPr lang="en-US" altLang="en-US" sz="1600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en-US" sz="1600" b="1">
                <a:solidFill>
                  <a:schemeClr val="bg1"/>
                </a:solidFill>
              </a:rPr>
              <a:t>Swift Standard Library Reference:</a:t>
            </a:r>
            <a:endParaRPr lang="en-US" altLang="en-US" sz="1600" b="1">
              <a:solidFill>
                <a:schemeClr val="bg1"/>
              </a:solidFill>
            </a:endParaRPr>
          </a:p>
          <a:p>
            <a:pPr marL="742950" lvl="1" indent="-285750">
              <a:spcAft>
                <a:spcPct val="60000"/>
              </a:spcAft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chemeClr val="bg1"/>
                </a:solidFill>
                <a:hlinkClick r:id="rId2" action="ppaction://hlinkfile"/>
              </a:rPr>
              <a:t>https://developer.apple.com/documentation/swift/swift_standard_library</a:t>
            </a:r>
            <a:endParaRPr lang="en-US" altLang="en-US" sz="1600">
              <a:solidFill>
                <a:schemeClr val="bg1"/>
              </a:solidFill>
            </a:endParaRPr>
          </a:p>
          <a:p>
            <a:pPr marL="742950" lvl="1" indent="-285750">
              <a:spcAft>
                <a:spcPct val="60000"/>
              </a:spcAft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chemeClr val="bg1"/>
                </a:solidFill>
              </a:rPr>
              <a:t>All built-in types, protocols, and functions</a:t>
            </a:r>
            <a:endParaRPr lang="en-US" altLang="en-US" sz="1600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en-US" sz="1600" b="1">
                <a:solidFill>
                  <a:schemeClr val="bg1"/>
                </a:solidFill>
              </a:rPr>
              <a:t>Quick Reference Sites</a:t>
            </a:r>
            <a:endParaRPr lang="en-US" altLang="en-US" sz="1600" b="1">
              <a:solidFill>
                <a:schemeClr val="bg1"/>
              </a:solidFill>
            </a:endParaRPr>
          </a:p>
          <a:p>
            <a:pPr marL="742950" lvl="1" indent="-285750">
              <a:spcAft>
                <a:spcPct val="60000"/>
              </a:spcAft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chemeClr val="bg1"/>
                </a:solidFill>
              </a:rPr>
              <a:t>Swift by Sundell: https://swiftbysundell.com</a:t>
            </a:r>
            <a:endParaRPr lang="en-US" altLang="en-US" sz="1600">
              <a:solidFill>
                <a:schemeClr val="bg1"/>
              </a:solidFill>
            </a:endParaRPr>
          </a:p>
          <a:p>
            <a:pPr marL="742950" lvl="1" indent="-285750">
              <a:spcAft>
                <a:spcPct val="60000"/>
              </a:spcAft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chemeClr val="bg1"/>
                </a:solidFill>
              </a:rPr>
              <a:t>Great articles and practical examples</a:t>
            </a:r>
            <a:endParaRPr lang="en-US" altLang="en-US" sz="1600">
              <a:solidFill>
                <a:schemeClr val="bg1"/>
              </a:solidFill>
            </a:endParaRPr>
          </a:p>
          <a:p>
            <a:pPr marL="742950" lvl="1" indent="-285750">
              <a:spcAft>
                <a:spcPct val="60000"/>
              </a:spcAft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chemeClr val="bg1"/>
                </a:solidFill>
              </a:rPr>
              <a:t>Weekly Swift tips</a:t>
            </a:r>
            <a:endParaRPr lang="en-US" altLang="en-US" sz="16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170" name="文本框 1"/>
          <p:cNvSpPr txBox="1"/>
          <p:nvPr/>
        </p:nvSpPr>
        <p:spPr>
          <a:xfrm>
            <a:off x="333375" y="217805"/>
            <a:ext cx="30797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Swift References</a:t>
            </a:r>
            <a:endParaRPr lang="en-US" altLang="en-US" sz="2400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40435" y="1295400"/>
            <a:ext cx="6927850" cy="435419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en-US" sz="1600">
                <a:solidFill>
                  <a:schemeClr val="bg1"/>
                </a:solidFill>
              </a:rPr>
              <a:t>Hacking with Swift: </a:t>
            </a:r>
            <a:r>
              <a:rPr lang="en-US" altLang="en-US" sz="1600">
                <a:solidFill>
                  <a:schemeClr val="bg1"/>
                </a:solidFill>
                <a:hlinkClick r:id="rId2" action="ppaction://hlinkfile"/>
              </a:rPr>
              <a:t>https://hackingwithswift.com</a:t>
            </a:r>
            <a:endParaRPr lang="en-US" altLang="en-US" sz="1600">
              <a:solidFill>
                <a:schemeClr val="bg1"/>
              </a:solidFill>
            </a:endParaRPr>
          </a:p>
          <a:p>
            <a:pPr marL="742950" lvl="1" indent="-285750">
              <a:spcAft>
                <a:spcPct val="60000"/>
              </a:spcAft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chemeClr val="bg1"/>
                </a:solidFill>
              </a:rPr>
              <a:t>Tutorials and quick reference guides</a:t>
            </a:r>
            <a:endParaRPr lang="en-US" altLang="en-US" sz="1600">
              <a:solidFill>
                <a:schemeClr val="bg1"/>
              </a:solidFill>
            </a:endParaRPr>
          </a:p>
          <a:p>
            <a:pPr marL="742950" lvl="1" indent="-285750">
              <a:spcAft>
                <a:spcPct val="60000"/>
              </a:spcAft>
              <a:buFont typeface="Wingdings" panose="05000000000000000000" charset="0"/>
              <a:buChar char=""/>
            </a:pPr>
            <a:r>
              <a:rPr lang="en-US" altLang="en-US" sz="1600">
                <a:solidFill>
                  <a:schemeClr val="bg1"/>
                </a:solidFill>
              </a:rPr>
              <a:t>Swift knowledge base</a:t>
            </a:r>
            <a:endParaRPr lang="en-US" altLang="en-US" sz="1600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en-US" sz="1600" b="1">
                <a:solidFill>
                  <a:schemeClr val="bg1"/>
                </a:solidFill>
              </a:rPr>
              <a:t>IDE Help</a:t>
            </a:r>
            <a:endParaRPr lang="en-US" altLang="en-US" sz="1600" b="1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en-US" sz="1600">
                <a:solidFill>
                  <a:schemeClr val="bg1"/>
                </a:solidFill>
              </a:rPr>
              <a:t>Xcode: Built-in documentation (Cmd+Shift+0)</a:t>
            </a:r>
            <a:endParaRPr lang="en-US" altLang="en-US" sz="1600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en-US" sz="1600" b="1">
                <a:solidFill>
                  <a:schemeClr val="bg1"/>
                </a:solidFill>
              </a:rPr>
              <a:t>GitHub</a:t>
            </a:r>
            <a:endParaRPr lang="en-US" altLang="en-US" sz="1600" b="1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en-US" sz="1600">
                <a:solidFill>
                  <a:schemeClr val="bg1"/>
                </a:solidFill>
              </a:rPr>
              <a:t>Swift Language Repository: </a:t>
            </a:r>
            <a:r>
              <a:rPr lang="en-US" altLang="en-US" sz="1600">
                <a:solidFill>
                  <a:schemeClr val="bg1"/>
                </a:solidFill>
                <a:hlinkClick r:id="rId3" action="ppaction://hlinkfile"/>
              </a:rPr>
              <a:t>https://github.com/apple/swift</a:t>
            </a:r>
            <a:endParaRPr lang="en-US" altLang="en-US" sz="1600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en-US" sz="1600">
                <a:solidFill>
                  <a:schemeClr val="bg1"/>
                </a:solidFill>
              </a:rPr>
              <a:t>Source code and evolution proposals</a:t>
            </a:r>
            <a:endParaRPr lang="en-US" altLang="en-US" sz="1600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en-US" sz="1600">
                <a:solidFill>
                  <a:schemeClr val="bg1"/>
                </a:solidFill>
              </a:rPr>
              <a:t>Language evolution discussionså</a:t>
            </a:r>
            <a:endParaRPr lang="en-US" altLang="en-US" sz="1600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en-US" sz="1600">
                <a:solidFill>
                  <a:schemeClr val="bg1"/>
                </a:solidFill>
              </a:rPr>
              <a:t>The official Apple documentation is your best starting point - it's comprehensive and always up-to-date with the latest Swift versions.</a:t>
            </a:r>
            <a:endParaRPr lang="en-US" altLang="en-US" sz="16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170" name="文本框 1"/>
          <p:cNvSpPr txBox="1"/>
          <p:nvPr/>
        </p:nvSpPr>
        <p:spPr>
          <a:xfrm>
            <a:off x="333375" y="217805"/>
            <a:ext cx="30797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2400" b="1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AI Resources</a:t>
            </a:r>
            <a:endParaRPr lang="en-US" altLang="en-US" sz="2400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40435" y="1295400"/>
            <a:ext cx="6927850" cy="36817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en-US" sz="1600">
                <a:solidFill>
                  <a:schemeClr val="bg1"/>
                </a:solidFill>
              </a:rPr>
              <a:t>Online Tools &amp; Docs:</a:t>
            </a:r>
            <a:endParaRPr lang="en-US" altLang="en-US" sz="1600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en-US" sz="1600">
                <a:solidFill>
                  <a:schemeClr val="bg1"/>
                </a:solidFill>
              </a:rPr>
              <a:t>– GitHub Copilot:</a:t>
            </a:r>
            <a:endParaRPr lang="en-US" altLang="en-US" sz="1600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en-US" sz="1600">
                <a:solidFill>
                  <a:schemeClr val="bg1"/>
                </a:solidFill>
                <a:hlinkClick r:id="rId2" action="ppaction://hlinkfile"/>
              </a:rPr>
              <a:t>https://docs.github.com/en/copilot</a:t>
            </a:r>
            <a:endParaRPr lang="en-US" altLang="en-US" sz="1600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en-US" sz="1600">
                <a:solidFill>
                  <a:schemeClr val="bg1"/>
                </a:solidFill>
              </a:rPr>
              <a:t>– ChatGPT:</a:t>
            </a:r>
            <a:endParaRPr lang="en-US" altLang="en-US" sz="1600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en-US" sz="1600">
                <a:solidFill>
                  <a:schemeClr val="bg1"/>
                </a:solidFill>
              </a:rPr>
              <a:t> </a:t>
            </a:r>
            <a:r>
              <a:rPr lang="en-US" altLang="en-US" sz="1600">
                <a:solidFill>
                  <a:schemeClr val="bg1"/>
                </a:solidFill>
                <a:hlinkClick r:id="rId3" action="ppaction://hlinkfile"/>
              </a:rPr>
              <a:t>https://openai.com/blog/chatgpt</a:t>
            </a:r>
            <a:endParaRPr lang="en-US" altLang="en-US" sz="1600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en-US" sz="1600">
                <a:solidFill>
                  <a:schemeClr val="bg1"/>
                </a:solidFill>
              </a:rPr>
              <a:t>– Claude (Anthropic):</a:t>
            </a:r>
            <a:endParaRPr lang="en-US" altLang="en-US" sz="1600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en-US" sz="1600">
                <a:solidFill>
                  <a:schemeClr val="bg1"/>
                </a:solidFill>
                <a:hlinkClick r:id="rId4" action="ppaction://hlinkfile"/>
              </a:rPr>
              <a:t>https://www.anthropic.com/index/claude-fordevelopers</a:t>
            </a:r>
            <a:endParaRPr lang="en-US" altLang="en-US" sz="1600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en-US" sz="1600">
                <a:solidFill>
                  <a:schemeClr val="bg1"/>
                </a:solidFill>
              </a:rPr>
              <a:t>- Deepseek :</a:t>
            </a:r>
            <a:endParaRPr lang="en-US" altLang="en-US" sz="1600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en-US" sz="1600">
                <a:solidFill>
                  <a:schemeClr val="bg1"/>
                </a:solidFill>
                <a:hlinkClick r:id="rId5" action="ppaction://hlinkfile"/>
              </a:rPr>
              <a:t>https://chat.deepseek.com/</a:t>
            </a:r>
            <a:endParaRPr lang="en-US" altLang="en-US" sz="16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2800</Words>
  <Application>WPS Presentation</Application>
  <PresentationFormat>自定义</PresentationFormat>
  <Paragraphs>130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Helvetica Neue</vt:lpstr>
      <vt:lpstr>宋体-简</vt:lpstr>
      <vt:lpstr>Calibri Light</vt:lpstr>
      <vt:lpstr>Microsoft YaHei</vt:lpstr>
      <vt:lpstr>汉仪旗黑</vt:lpstr>
      <vt:lpstr>Microsoft YaHei</vt:lpstr>
      <vt:lpstr>quote-cjk-patch</vt:lpstr>
      <vt:lpstr>Wingdings</vt:lpstr>
      <vt:lpstr>Microsoft YaHei</vt:lpstr>
      <vt:lpstr>Arial Unicode MS</vt:lpstr>
      <vt:lpstr>SimSun</vt:lpstr>
      <vt:lpstr>Thonburi</vt:lpstr>
      <vt:lpstr>Office 主题</vt:lpstr>
      <vt:lpstr>1_Office 主题</vt:lpstr>
      <vt:lpstr>PowerPoint 演示文稿</vt:lpstr>
      <vt:lpstr>PowerPoint 演示文稿</vt:lpstr>
      <vt:lpstr>Our Goal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nem path</cp:lastModifiedBy>
  <cp:revision>214</cp:revision>
  <dcterms:created xsi:type="dcterms:W3CDTF">2025-11-02T13:04:23Z</dcterms:created>
  <dcterms:modified xsi:type="dcterms:W3CDTF">2025-11-02T13:04:23Z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1033-12.1.23150.23150</vt:lpwstr>
  </property>
  <property fmtid="{D5CDD505-2E9C-101B-9397-08002B2CF9AE}" pid="3" name="ICV">
    <vt:lpwstr>4652830370BA95541050AD68A735B2E2_41</vt:lpwstr>
  </property>
</Properties>
</file>